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5.png" ContentType="image/png"/>
  <Override PartName="/ppt/media/image47.png" ContentType="image/png"/>
  <Override PartName="/ppt/media/image49.png" ContentType="image/png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media/image50.png" ContentType="image/png"/>
  <Override PartName="/ppt/slides/slide28.xml" ContentType="application/vnd.openxmlformats-officedocument.presentationml.slide+xml"/>
  <Override PartName="/ppt/media/image52.png" ContentType="image/png"/>
  <Override PartName="/ppt/media/image54.png" ContentType="image/png"/>
  <Override PartName="/ppt/media/image11.png" ContentType="image/png"/>
  <Override PartName="/ppt/media/image56.png" ContentType="image/png"/>
  <Override PartName="/ppt/media/image13.png" ContentType="image/png"/>
  <Override PartName="/ppt/media/image58.png" ContentType="image/png"/>
  <Override PartName="/ppt/media/image15.png" ContentType="image/png"/>
  <Override PartName="/ppt/media/image17.png" ContentType="image/png"/>
  <Override PartName="/ppt/media/image19.png" ContentType="image/png"/>
  <Override PartName="/ppt/presentation.xml" ContentType="application/vnd.openxmlformats-officedocument.presentationml.presentation.main+xml"/>
  <Override PartName="/ppt/slides/slide31.xml" ContentType="application/vnd.openxmlformats-officedocument.presentationml.slide+xml"/>
  <Override PartName="/ppt/media/image61.png" ContentType="image/png"/>
  <Override PartName="/ppt/media/image63.png" ContentType="image/png"/>
  <Override PartName="/ppt/media/image20.png" ContentType="image/png"/>
  <Override PartName="/ppt/media/image65.png" ContentType="image/png"/>
  <Override PartName="/ppt/media/image22.png" ContentType="image/png"/>
  <Override PartName="/ppt/media/image67.png" ContentType="image/png"/>
  <Override PartName="/ppt/media/image24.png" ContentType="image/png"/>
  <Override PartName="/ppt/media/image69.png" ContentType="image/png"/>
  <Override PartName="/ppt/media/image26.png" ContentType="image/png"/>
  <Override PartName="/ppt/media/image28.png" ContentType="image/png"/>
  <Override PartName="/ppt/tableStyles.xml" ContentType="application/vnd.openxmlformats-officedocument.presentationml.tableStyles+xml"/>
  <Override PartName="/ppt/media/image70.png" ContentType="image/png"/>
  <Override PartName="/ppt/media/image72.png" ContentType="image/png"/>
  <Override PartName="/ppt/media/image74.png" ContentType="image/png"/>
  <Override PartName="/ppt/media/image31.png" ContentType="image/png"/>
  <Override PartName="/ppt/media/image76.png" ContentType="image/png"/>
  <Override PartName="/ppt/media/image33.png" ContentType="image/png"/>
  <Override PartName="/ppt/media/image78.png" ContentType="image/png"/>
  <Override PartName="/ppt/media/image35.png" ContentType="image/png"/>
  <Override PartName="/ppt/media/image37.png" ContentType="image/png"/>
  <Override PartName="/ppt/media/image1.png" ContentType="image/png"/>
  <Override PartName="/ppt/media/image39.png" ContentType="image/png"/>
  <Override PartName="/ppt/media/image3.png" ContentType="image/png"/>
  <Override PartName="/ppt/media/image5.png" ContentType="image/png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media/image7.png" ContentType="image/pn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media/image9.png" ContentType="image/png"/>
  <Override PartName="/ppt/slideLayouts/slideLayout5.xml" ContentType="application/vnd.openxmlformats-officedocument.presentationml.slideLayout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media/image81.png" ContentType="image/png"/>
  <Override PartName="/ppt/slides/slide14.xml" ContentType="application/vnd.openxmlformats-officedocument.presentationml.slide+xml"/>
  <Override PartName="/ppt/media/image83.png" ContentType="image/png"/>
  <Override PartName="/ppt/slides/slide16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2.png" ContentType="image/png"/>
  <Override PartName="/ppt/media/image44.png" ContentType="image/png"/>
  <Override PartName="/ppt/media/image46.png" ContentType="image/png"/>
  <Override PartName="/ppt/media/image48.png" ContentType="image/png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media/image51.png" ContentType="image/png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media/image53.png" ContentType="image/png"/>
  <Override PartName="/ppt/media/image10.png" ContentType="image/png"/>
  <Override PartName="/ppt/theme/theme1.xml" ContentType="application/vnd.openxmlformats-officedocument.theme+xml"/>
  <Override PartName="/ppt/media/image55.png" ContentType="image/png"/>
  <Override PartName="/ppt/media/image12.png" ContentType="image/png"/>
  <Override PartName="/ppt/media/image57.png" ContentType="image/png"/>
  <Override PartName="/ppt/media/image14.png" ContentType="image/png"/>
  <Override PartName="/ppt/media/image59.png" ContentType="image/png"/>
  <Override PartName="/ppt/media/image16.png" ContentType="image/png"/>
  <Override PartName="/ppt/media/image18.png" ContentType="image/png"/>
  <Override PartName="/ppt/slides/slide30.xml" ContentType="application/vnd.openxmlformats-officedocument.presentationml.slide+xml"/>
  <Override PartName="/ppt/media/image60.png" ContentType="image/png"/>
  <Override PartName="/ppt/media/image62.png" ContentType="image/png"/>
  <Override PartName="/ppt/media/image64.png" ContentType="image/png"/>
  <Override PartName="/ppt/media/image21.png" ContentType="image/png"/>
  <Override PartName="/ppt/media/image66.png" ContentType="image/png"/>
  <Override PartName="/ppt/media/image23.png" ContentType="image/png"/>
  <Override PartName="/ppt/media/image68.png" ContentType="image/png"/>
  <Override PartName="/ppt/media/image25.png" ContentType="image/png"/>
  <Override PartName="/ppt/media/image27.png" ContentType="image/png"/>
  <Override PartName="/ppt/media/image29.png" ContentType="image/png"/>
  <Override PartName="/ppt/viewProps.xml" ContentType="application/vnd.openxmlformats-officedocument.presentationml.viewProps+xml"/>
  <Override PartName="/ppt/media/image71.png" ContentType="image/png"/>
  <Override PartName="/ppt/media/image73.png" ContentType="image/png"/>
  <Override PartName="/ppt/media/image30.png" ContentType="image/png"/>
  <Override PartName="/ppt/media/image75.png" ContentType="image/png"/>
  <Override PartName="/ppt/media/image32.png" ContentType="image/png"/>
  <Override PartName="/ppt/media/image77.png" ContentType="image/png"/>
  <Override PartName="/ppt/media/image34.png" ContentType="image/png"/>
  <Override PartName="/ppt/media/image79.png" ContentType="image/png"/>
  <Override PartName="/ppt/media/image36.png" ContentType="image/png"/>
  <Override PartName="/ppt/media/image0.png" ContentType="image/png"/>
  <Override PartName="/ppt/media/image38.png" ContentType="image/png"/>
  <Override PartName="/ppt/media/image2.png" ContentType="image/png"/>
  <Override PartName="/ppt/media/image4.png" ContentType="image/png"/>
  <Override PartName="/ppt/media/image6.png" ContentType="image/png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media/image8.png" ContentType="image/png"/>
  <Override PartName="/ppt/slideLayouts/slideLayout4.xml" ContentType="application/vnd.openxmlformats-officedocument.presentationml.slideLayout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.xml" ContentType="application/vnd.openxmlformats-officedocument.presentationml.slide+xml"/>
  <Override PartName="/ppt/media/image80.png" ContentType="image/png"/>
  <Override PartName="/ppt/media/image82.png" ContentType="image/png"/>
  <Override PartName="/ppt/slides/slide15.xml" ContentType="application/vnd.openxmlformats-officedocument.presentationml.slide+xml"/>
  <Override PartName="/ppt/media/image84.png" ContentType="image/png"/>
  <Override PartName="/ppt/slides/slide17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7562850" cy="10696576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0AFB2B7E-8E0E-4411-6F10-0F9CAC0940B6}"/>
    <p:ext uri="{30BAB048-1946-49E5-401B-2FA6CD6A9041}"/>
    <p:ext uri="{A21C2A05-CAD2-40D1-33AC-0271038F8664}"/>
  </p:extLst>
</p:presentationPr>
</file>

<file path=ppt/tableStyles.xml><?xml version="1.0" encoding="utf-8"?>
<a:tblStyleLst xmlns:a="http://schemas.openxmlformats.org/drawingml/2006/main" def="{D2D19B51-F076-485C-1694-9E9DE34E4EB9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32412-C314-4D34-49A5-8C7C8CF30B0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D292B-25B7-45CC-4ADB-1D9BF5173C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85DF5DF-1A18-408F-3269-7B0E1140DE3E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73293-6BC9-45A6-7FC6-D84D972326F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6E33-CBDD-4B60-C8B2-A0031945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DE3400C-6E99-4EB1-F2CE-A905D400EA74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82670-F965-499E-9F08-CABE228BAF8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F0D2A-680B-4336-8066-0FD6E3A03E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1888D12-4BD2-4C8A-D932-F71866F4418C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88E43-5063-4DED-66B1-C65FA605776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2EF25-C1BE-4D05-1BE9-6EC4783BD0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F92CC27-4972-4FDC-9C0C-7F704563539D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063F6-F6FC-4EF0-3392-106AD6AB462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20CF-5666-47CD-C9A4-673659299C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966C189-65CA-4EA7-45FF-C12BE1E17F58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438C-5342-469F-9BBF-0E74CA73311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462BF-5084-4AD3-1B17-DE3F77D1AD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9AC1B4F-03E0-4E78-35F0-12C8937996FB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42BB-78E0-4C2A-60FD-EF8CA5D8573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E994A-C362-4A90-1119-4D7EFC9E0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74C8A56-6379-46DE-B49A-7D46F08AEB4E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599C-9200-43EE-906E-0DEA1D5D479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87EF5-27B9-4C3A-AEF1-4E7A6C7220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4E9656F-6F02-4159-BA6A-CD84F4F77ACC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3D81-3A58-489C-B1F5-50F35ABB6D5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DEBA-B288-4B75-42C1-BE6A86FF13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C98B4DF-AF60-4367-F4B8-5EA12D9F0907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97CD-1A8D-40B7-0A87-7117C035640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46168-F688-4E19-8758-D88137D63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611AF75-873D-4E8E-DEF3-84E0B6216BA0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1909A-2925-4ACC-9DC7-C0B1E30F661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C5DC1-E914-408D-D5E6-1C3705201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2BA880E-CC00-4218-BC06-87067FBC359D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CFDA2-B6E3-434D-43FD-771EB645E979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EF367-0C58-4236-FDA3-564BD7C740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3B54E17-493E-4391-BD3D-C1A848D0312B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.png"/><Relationship Id="rId3" Type="http://schemas.openxmlformats.org/officeDocument/2006/relationships/image" Target="/ppt/media/image2.png"/><Relationship Id="rId4" Type="http://schemas.openxmlformats.org/officeDocument/2006/relationships/image" Target="/ppt/media/image3.png"/><Relationship Id="rId5" Type="http://schemas.openxmlformats.org/officeDocument/2006/relationships/image" Target="/ppt/media/image4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.png"/><Relationship Id="rId3" Type="http://schemas.openxmlformats.org/officeDocument/2006/relationships/image" Target="/ppt/media/image6.png"/><Relationship Id="rId4" Type="http://schemas.openxmlformats.org/officeDocument/2006/relationships/image" Target="/ppt/media/image7.png"/><Relationship Id="rId5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Relationship Id="rId5" Type="http://schemas.openxmlformats.org/officeDocument/2006/relationships/image" Target="/ppt/media/image1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3.png"/><Relationship Id="rId3" Type="http://schemas.openxmlformats.org/officeDocument/2006/relationships/image" Target="/ppt/media/image14.png"/><Relationship Id="rId4" Type="http://schemas.openxmlformats.org/officeDocument/2006/relationships/image" Target="/ppt/media/image15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6.png"/><Relationship Id="rId3" Type="http://schemas.openxmlformats.org/officeDocument/2006/relationships/image" Target="/ppt/media/image17.png"/><Relationship Id="rId4" Type="http://schemas.openxmlformats.org/officeDocument/2006/relationships/image" Target="/ppt/media/image18.png"/><Relationship Id="rId5" Type="http://schemas.openxmlformats.org/officeDocument/2006/relationships/image" Target="/ppt/media/image19.png"/><Relationship Id="rId6" Type="http://schemas.openxmlformats.org/officeDocument/2006/relationships/image" Target="/ppt/media/image20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Relationship Id="rId5" Type="http://schemas.openxmlformats.org/officeDocument/2006/relationships/image" Target="/ppt/media/image24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5.png"/><Relationship Id="rId3" Type="http://schemas.openxmlformats.org/officeDocument/2006/relationships/image" Target="/ppt/media/image26.png"/><Relationship Id="rId4" Type="http://schemas.openxmlformats.org/officeDocument/2006/relationships/image" Target="/ppt/media/image27.png"/><Relationship Id="rId5" Type="http://schemas.openxmlformats.org/officeDocument/2006/relationships/image" Target="/ppt/media/image28.png"/><Relationship Id="rId6" Type="http://schemas.openxmlformats.org/officeDocument/2006/relationships/image" Target="/ppt/media/image2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Relationship Id="rId5" Type="http://schemas.openxmlformats.org/officeDocument/2006/relationships/image" Target="/ppt/media/image33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4.png"/><Relationship Id="rId3" Type="http://schemas.openxmlformats.org/officeDocument/2006/relationships/image" Target="/ppt/media/image35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0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1.png"/><Relationship Id="rId3" Type="http://schemas.openxmlformats.org/officeDocument/2006/relationships/image" Target="/ppt/media/image42.png"/><Relationship Id="rId4" Type="http://schemas.openxmlformats.org/officeDocument/2006/relationships/image" Target="/ppt/media/image43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4.png"/><Relationship Id="rId3" Type="http://schemas.openxmlformats.org/officeDocument/2006/relationships/image" Target="/ppt/media/image45.png"/><Relationship Id="rId4" Type="http://schemas.openxmlformats.org/officeDocument/2006/relationships/image" Target="/ppt/media/image46.png"/><Relationship Id="rId5" Type="http://schemas.openxmlformats.org/officeDocument/2006/relationships/image" Target="/ppt/media/image47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0.png"/><Relationship Id="rId3" Type="http://schemas.openxmlformats.org/officeDocument/2006/relationships/image" Target="/ppt/media/image51.png"/><Relationship Id="rId4" Type="http://schemas.openxmlformats.org/officeDocument/2006/relationships/image" Target="/ppt/media/image52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3.png"/><Relationship Id="rId3" Type="http://schemas.openxmlformats.org/officeDocument/2006/relationships/image" Target="/ppt/media/image54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5.png"/><Relationship Id="rId3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8.png"/><Relationship Id="rId3" Type="http://schemas.openxmlformats.org/officeDocument/2006/relationships/image" Target="/ppt/media/image59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Relationship Id="rId5" Type="http://schemas.openxmlformats.org/officeDocument/2006/relationships/image" Target="/ppt/media/image63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4.png"/><Relationship Id="rId3" Type="http://schemas.openxmlformats.org/officeDocument/2006/relationships/image" Target="/ppt/media/image65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7.png"/><Relationship Id="rId3" Type="http://schemas.openxmlformats.org/officeDocument/2006/relationships/image" Target="/ppt/media/image68.png"/><Relationship Id="rId4" Type="http://schemas.openxmlformats.org/officeDocument/2006/relationships/image" Target="/ppt/media/image69.png"/><Relationship Id="rId5" Type="http://schemas.openxmlformats.org/officeDocument/2006/relationships/image" Target="/ppt/media/image70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1.png"/><Relationship Id="rId3" Type="http://schemas.openxmlformats.org/officeDocument/2006/relationships/image" Target="/ppt/media/image72.png"/><Relationship Id="rId4" Type="http://schemas.openxmlformats.org/officeDocument/2006/relationships/image" Target="/ppt/media/image73.png"/><Relationship Id="rId5" Type="http://schemas.openxmlformats.org/officeDocument/2006/relationships/image" Target="/ppt/media/image74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5.png"/><Relationship Id="rId3" Type="http://schemas.openxmlformats.org/officeDocument/2006/relationships/image" Target="/ppt/media/image76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7.png"/><Relationship Id="rId3" Type="http://schemas.openxmlformats.org/officeDocument/2006/relationships/image" Target="/ppt/media/image78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9.png"/><Relationship Id="rId3" Type="http://schemas.openxmlformats.org/officeDocument/2006/relationships/image" Target="/ppt/media/image80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81.png"/><Relationship Id="rId3" Type="http://schemas.openxmlformats.org/officeDocument/2006/relationships/hyperlink" Target="mailto:Hona.ahmed1@gmail.com" TargetMode="External"/><Relationship Id="rId4" Type="http://schemas.openxmlformats.org/officeDocument/2006/relationships/hyperlink" Target="mailto:Hanna.nabhann@gmail.com" TargetMode="External"/><Relationship Id="rId5" Type="http://schemas.openxmlformats.org/officeDocument/2006/relationships/image" Target="/ppt/media/image82.png"/><Relationship Id="rId6" Type="http://schemas.openxmlformats.org/officeDocument/2006/relationships/image" Target="/ppt/media/image83.png"/><Relationship Id="rId7" Type="http://schemas.openxmlformats.org/officeDocument/2006/relationships/image" Target="/ppt/media/image84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72667A2C-BB1D-4B92-755B-4C3B107364D9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F3D8008-E35D-4816-B8DD-180C22B2572F"/>
          <p:cNvPicPr>
            <a:picLocks noChangeAspect="1"/>
          </p:cNvPicPr>
          <p:nvPr/>
        </p:nvPicPr>
        <p:blipFill>
          <a:blip r:embed="rId2" cstate="print">
            <a:extLst>
              <a:ext uri="{5EB3B4F9-3FBE-45B2-BDA4-E9EB7E660C2C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3" name="VectorPath 3"/>
          <p:cNvSpPr/>
          <p:nvPr/>
        </p:nvSpPr>
        <p:spPr>
          <a:xfrm>
            <a:off x="3783165" y="5348223"/>
            <a:ext cx="2457894" cy="1190992"/>
          </a:xfrm>
          <a:custGeom>
            <a:rect l="l" t="t" r="r" b="b"/>
            <a:pathLst>
              <a:path w="2457894" h="1190992">
                <a:moveTo>
                  <a:pt x="2188742" y="2043"/>
                </a:moveTo>
                <a:lnTo>
                  <a:pt x="2188839" y="2074"/>
                </a:lnTo>
                <a:lnTo>
                  <a:pt x="2401135" y="69200"/>
                </a:lnTo>
                <a:cubicBezTo>
                  <a:pt x="2411906" y="72646"/>
                  <a:pt x="2421536" y="78100"/>
                  <a:pt x="2430027" y="85560"/>
                </a:cubicBezTo>
                <a:lnTo>
                  <a:pt x="2430198" y="85711"/>
                </a:lnTo>
                <a:cubicBezTo>
                  <a:pt x="2438672" y="93199"/>
                  <a:pt x="2445297" y="102066"/>
                  <a:pt x="2450069" y="112311"/>
                </a:cubicBezTo>
                <a:lnTo>
                  <a:pt x="2450164" y="112518"/>
                </a:lnTo>
                <a:lnTo>
                  <a:pt x="2450261" y="112726"/>
                </a:lnTo>
                <a:cubicBezTo>
                  <a:pt x="2454982" y="122992"/>
                  <a:pt x="2457458" y="133774"/>
                  <a:pt x="2457688" y="145072"/>
                </a:cubicBezTo>
                <a:lnTo>
                  <a:pt x="2457692" y="145301"/>
                </a:lnTo>
                <a:cubicBezTo>
                  <a:pt x="2457893" y="156682"/>
                  <a:pt x="2455801" y="167621"/>
                  <a:pt x="2451416" y="178118"/>
                </a:cubicBezTo>
                <a:lnTo>
                  <a:pt x="2451327" y="178329"/>
                </a:lnTo>
                <a:lnTo>
                  <a:pt x="2354126" y="409732"/>
                </a:lnTo>
                <a:cubicBezTo>
                  <a:pt x="2353138" y="412070"/>
                  <a:pt x="2351945" y="414270"/>
                  <a:pt x="2350752" y="416469"/>
                </a:cubicBezTo>
                <a:lnTo>
                  <a:pt x="2345811" y="422022"/>
                </a:lnTo>
                <a:cubicBezTo>
                  <a:pt x="2343930" y="423876"/>
                  <a:pt x="2341986" y="425451"/>
                  <a:pt x="2340042" y="427027"/>
                </a:cubicBezTo>
                <a:lnTo>
                  <a:pt x="2333351" y="430266"/>
                </a:lnTo>
                <a:cubicBezTo>
                  <a:pt x="2328584" y="432200"/>
                  <a:pt x="2323727" y="433136"/>
                  <a:pt x="2318685" y="433112"/>
                </a:cubicBezTo>
                <a:lnTo>
                  <a:pt x="2318584" y="433111"/>
                </a:lnTo>
                <a:cubicBezTo>
                  <a:pt x="2313540" y="433074"/>
                  <a:pt x="2308695" y="432080"/>
                  <a:pt x="2304047" y="430128"/>
                </a:cubicBezTo>
                <a:lnTo>
                  <a:pt x="2303954" y="430089"/>
                </a:lnTo>
                <a:cubicBezTo>
                  <a:pt x="2299308" y="428124"/>
                  <a:pt x="2295212" y="425351"/>
                  <a:pt x="2291665" y="421769"/>
                </a:cubicBezTo>
                <a:lnTo>
                  <a:pt x="2291594" y="421696"/>
                </a:lnTo>
                <a:cubicBezTo>
                  <a:pt x="2288055" y="418104"/>
                  <a:pt x="2285333" y="413974"/>
                  <a:pt x="2283427" y="409307"/>
                </a:cubicBezTo>
                <a:lnTo>
                  <a:pt x="2283389" y="409213"/>
                </a:lnTo>
                <a:cubicBezTo>
                  <a:pt x="2282435" y="406860"/>
                  <a:pt x="2281725" y="404461"/>
                  <a:pt x="2281014" y="402062"/>
                </a:cubicBezTo>
                <a:lnTo>
                  <a:pt x="2280585" y="394640"/>
                </a:lnTo>
                <a:cubicBezTo>
                  <a:pt x="2280625" y="389495"/>
                  <a:pt x="2281621" y="384650"/>
                  <a:pt x="2283574" y="380003"/>
                </a:cubicBezTo>
                <a:lnTo>
                  <a:pt x="2283614" y="379909"/>
                </a:lnTo>
                <a:lnTo>
                  <a:pt x="2363831" y="189045"/>
                </a:lnTo>
                <a:lnTo>
                  <a:pt x="53551" y="1187795"/>
                </a:lnTo>
                <a:cubicBezTo>
                  <a:pt x="48754" y="1189917"/>
                  <a:pt x="43735" y="1190978"/>
                  <a:pt x="38492" y="1190979"/>
                </a:cubicBezTo>
                <a:lnTo>
                  <a:pt x="38387" y="1190979"/>
                </a:lnTo>
                <a:cubicBezTo>
                  <a:pt x="36191" y="1190972"/>
                  <a:pt x="34028" y="1190782"/>
                  <a:pt x="31864" y="1190592"/>
                </a:cubicBezTo>
                <a:lnTo>
                  <a:pt x="25681" y="1188767"/>
                </a:lnTo>
                <a:cubicBezTo>
                  <a:pt x="21492" y="1187266"/>
                  <a:pt x="17747" y="1185154"/>
                  <a:pt x="14365" y="1182403"/>
                </a:cubicBezTo>
                <a:lnTo>
                  <a:pt x="14296" y="1182348"/>
                </a:lnTo>
                <a:cubicBezTo>
                  <a:pt x="10918" y="1179588"/>
                  <a:pt x="8095" y="1176346"/>
                  <a:pt x="5827" y="1172622"/>
                </a:cubicBezTo>
                <a:lnTo>
                  <a:pt x="5781" y="1172547"/>
                </a:lnTo>
                <a:cubicBezTo>
                  <a:pt x="3521" y="1168816"/>
                  <a:pt x="1944" y="1164817"/>
                  <a:pt x="1051" y="1160549"/>
                </a:cubicBezTo>
                <a:lnTo>
                  <a:pt x="1034" y="1160463"/>
                </a:lnTo>
                <a:cubicBezTo>
                  <a:pt x="150" y="1156191"/>
                  <a:pt x="2" y="1151895"/>
                  <a:pt x="588" y="1147574"/>
                </a:cubicBezTo>
                <a:lnTo>
                  <a:pt x="600" y="1147487"/>
                </a:lnTo>
                <a:cubicBezTo>
                  <a:pt x="1196" y="1143166"/>
                  <a:pt x="2493" y="1139067"/>
                  <a:pt x="4490" y="1135191"/>
                </a:cubicBezTo>
                <a:lnTo>
                  <a:pt x="4531" y="1135113"/>
                </a:lnTo>
                <a:cubicBezTo>
                  <a:pt x="6537" y="1131240"/>
                  <a:pt x="9130" y="1127811"/>
                  <a:pt x="12308" y="1124825"/>
                </a:cubicBezTo>
                <a:lnTo>
                  <a:pt x="12373" y="1124765"/>
                </a:lnTo>
                <a:cubicBezTo>
                  <a:pt x="15559" y="1121787"/>
                  <a:pt x="19149" y="1119422"/>
                  <a:pt x="23142" y="1117671"/>
                </a:cubicBezTo>
                <a:lnTo>
                  <a:pt x="23223" y="1117636"/>
                </a:lnTo>
                <a:lnTo>
                  <a:pt x="2321271" y="124144"/>
                </a:lnTo>
                <a:lnTo>
                  <a:pt x="2165790" y="74962"/>
                </a:lnTo>
                <a:cubicBezTo>
                  <a:pt x="2160989" y="73444"/>
                  <a:pt x="2156658" y="71071"/>
                  <a:pt x="2152798" y="67843"/>
                </a:cubicBezTo>
                <a:lnTo>
                  <a:pt x="2152720" y="67777"/>
                </a:lnTo>
                <a:cubicBezTo>
                  <a:pt x="2148866" y="64538"/>
                  <a:pt x="2145774" y="60688"/>
                  <a:pt x="2143442" y="56228"/>
                </a:cubicBezTo>
                <a:lnTo>
                  <a:pt x="2143396" y="56138"/>
                </a:lnTo>
                <a:cubicBezTo>
                  <a:pt x="2141074" y="51670"/>
                  <a:pt x="2139690" y="46930"/>
                  <a:pt x="2139243" y="41918"/>
                </a:cubicBezTo>
                <a:lnTo>
                  <a:pt x="2139234" y="41817"/>
                </a:lnTo>
                <a:cubicBezTo>
                  <a:pt x="2139015" y="39290"/>
                  <a:pt x="2139042" y="36794"/>
                  <a:pt x="2139069" y="34297"/>
                </a:cubicBezTo>
                <a:lnTo>
                  <a:pt x="2140840" y="27090"/>
                </a:lnTo>
                <a:cubicBezTo>
                  <a:pt x="2141635" y="24577"/>
                  <a:pt x="2142616" y="22279"/>
                  <a:pt x="2143596" y="19982"/>
                </a:cubicBezTo>
                <a:lnTo>
                  <a:pt x="2147989" y="14001"/>
                </a:lnTo>
                <a:cubicBezTo>
                  <a:pt x="2151295" y="10070"/>
                  <a:pt x="2155144" y="6977"/>
                  <a:pt x="2159604" y="4645"/>
                </a:cubicBezTo>
                <a:lnTo>
                  <a:pt x="2159694" y="4599"/>
                </a:lnTo>
                <a:cubicBezTo>
                  <a:pt x="2161943" y="3430"/>
                  <a:pt x="2164261" y="2499"/>
                  <a:pt x="2166579" y="1569"/>
                </a:cubicBezTo>
                <a:lnTo>
                  <a:pt x="2173914" y="446"/>
                </a:lnTo>
                <a:cubicBezTo>
                  <a:pt x="2176540" y="219"/>
                  <a:pt x="2179038" y="246"/>
                  <a:pt x="2181536" y="273"/>
                </a:cubicBezTo>
              </a:path>
            </a:pathLst>
          </a:custGeom>
          <a:solidFill>
            <a:srgbClr val="27A2DB">
              <a:alpha val="100000"/>
            </a:srgbClr>
          </a:solidFill>
        </p:spPr>
      </p:sp>
      <p:sp>
        <p:nvSpPr>
          <p:cNvPr id="4" name="TextBox4"/>
          <p:cNvSpPr txBox="1"/>
          <p:nvPr/>
        </p:nvSpPr>
        <p:spPr>
          <a:xfrm>
            <a:off x="3258619" y="9589858"/>
            <a:ext cx="2631469" cy="312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Hana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Ahmed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Nabhan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3258619" y="9242352"/>
            <a:ext cx="1700658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-75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850" kern="0" spc="-90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850" kern="0" spc="-75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ESE</a:t>
            </a:r>
            <a:r>
              <a:rPr lang="en-US" altLang="zh-CN" sz="1850" kern="0" spc="-90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850" kern="0" spc="-75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</a:t>
            </a:r>
            <a:r>
              <a:rPr lang="en-US" altLang="zh-CN" sz="1850" kern="0" spc="-90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baseline="0" lang="en-US" altLang="zh-CN" sz="18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90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850" kern="0" spc="-75" baseline="0" b="1" noProof="0" dirty="0" smtClean="0">
                <a:solidFill>
                  <a:srgbClr val="80B2E8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230142" y="2232070"/>
            <a:ext cx="2499060" cy="479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3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LYS</a:t>
            </a:r>
            <a:r>
              <a:rPr lang="en-US" altLang="zh-CN" sz="3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3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3150" kern="0" spc="-27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3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</a:p>
        </p:txBody>
      </p:sp>
      <p:sp>
        <p:nvSpPr>
          <p:cNvPr id="7" name="TextBox7"/>
          <p:cNvSpPr txBox="1"/>
          <p:nvPr/>
        </p:nvSpPr>
        <p:spPr>
          <a:xfrm>
            <a:off x="3230142" y="2698795"/>
            <a:ext cx="1782950" cy="479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3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UDE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3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8" name="TextBox8"/>
          <p:cNvSpPr txBox="1"/>
          <p:nvPr/>
        </p:nvSpPr>
        <p:spPr>
          <a:xfrm>
            <a:off x="3230142" y="3165520"/>
            <a:ext cx="2953656" cy="479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lang="en-US" altLang="zh-CN" sz="3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3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3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RM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3230142" y="3632245"/>
            <a:ext cx="3795678" cy="479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3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ASE</a:t>
            </a:r>
            <a:r>
              <a:rPr lang="en-US" altLang="zh-CN" sz="3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3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:</a:t>
            </a:r>
            <a:r>
              <a:rPr baseline="0" lang="en-US" altLang="zh-CN" sz="3150" kern="0" spc="-27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NS</a:t>
            </a:r>
            <a:r>
              <a:rPr lang="en-US" altLang="zh-CN" sz="3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3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3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3230142" y="4098970"/>
            <a:ext cx="2452188" cy="479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3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3150" kern="0" spc="-27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3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3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ENDS</a:t>
            </a:r>
          </a:p>
        </p:txBody>
      </p:sp>
      <p:sp>
        <p:nvSpPr>
          <p:cNvPr id="11" name="TextBox11"/>
          <p:cNvSpPr txBox="1"/>
          <p:nvPr/>
        </p:nvSpPr>
        <p:spPr>
          <a:xfrm>
            <a:off x="3220617" y="802445"/>
            <a:ext cx="3263453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baseline="5514" lang="en-US" altLang="zh-CN" sz="1575" kern="0" spc="12755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baseline="6433" lang="en-US" altLang="zh-CN" sz="1350" kern="0" spc="6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3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FEBRUARY</a:t>
            </a:r>
            <a:r>
              <a:rPr baseline="4288" lang="en-US" altLang="zh-CN" sz="2025" kern="0" spc="-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2025</a:t>
            </a:r>
          </a:p>
        </p:txBody>
      </p:sp>
    </p:spTree>
    <p:extLst>
      <p:ext uri="{95AE5009-1D70-4523-3E7D-2ADD5D52C97F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D8351350-6B2F-42EE-FC53-971A81B4904F"/>
          <p:cNvPicPr>
            <a:picLocks noChangeAspect="1"/>
          </p:cNvPicPr>
          <p:nvPr/>
        </p:nvPicPr>
        <p:blipFill>
          <a:blip r:embed="rId2" cstate="print">
            <a:extLst>
              <a:ext uri="{294CAD02-6E6C-4E96-7A1B-0F02BF5C73E0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13" name="6C942425-5B86-400B-677A-BA6E499F3DC5"/>
          <p:cNvPicPr>
            <a:picLocks noChangeAspect="1"/>
          </p:cNvPicPr>
          <p:nvPr/>
        </p:nvPicPr>
        <p:blipFill>
          <a:blip r:embed="rId3" cstate="print">
            <a:extLst>
              <a:ext uri="{33D10F2F-B09F-4622-1A59-2CD546DB64AF}"/>
            </a:extLst>
          </a:blip>
          <a:srcRect/>
          <a:stretch>
            <a:fillRect/>
          </a:stretch>
        </p:blipFill>
        <p:spPr>
          <a:xfrm>
            <a:off x="3931979" y="3672877"/>
            <a:ext cx="3324225" cy="3505200"/>
          </a:xfrm>
          <a:prstGeom prst="rect">
            <a:avLst/>
          </a:prstGeom>
        </p:spPr>
      </p:pic>
      <p:sp>
        <p:nvSpPr>
          <p:cNvPr id="14" name="TextBox14"/>
          <p:cNvSpPr txBox="1"/>
          <p:nvPr/>
        </p:nvSpPr>
        <p:spPr>
          <a:xfrm>
            <a:off x="756000" y="4129292"/>
            <a:ext cx="2725193" cy="1241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7386"/>
              </a:lnSpc>
            </a:pP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</a:p>
          <a:p>
            <a:pPr marL="0" marR="0" indent="0" eaLnBrk="0">
              <a:lnSpc>
                <a:spcPct val="99195"/>
              </a:lnSpc>
            </a:pP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15" name="TextBox15"/>
          <p:cNvSpPr txBox="1"/>
          <p:nvPr/>
        </p:nvSpPr>
        <p:spPr>
          <a:xfrm>
            <a:off x="757548" y="7409475"/>
            <a:ext cx="1305626" cy="205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INTROD</a:t>
            </a:r>
            <a:r>
              <a:rPr lang="en-US" altLang="zh-CN" sz="13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UCTION</a:t>
            </a:r>
          </a:p>
        </p:txBody>
      </p:sp>
      <p:sp>
        <p:nvSpPr>
          <p:cNvPr id="16" name="TextBox16"/>
          <p:cNvSpPr txBox="1"/>
          <p:nvPr/>
        </p:nvSpPr>
        <p:spPr>
          <a:xfrm>
            <a:off x="757548" y="7876200"/>
            <a:ext cx="2601632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1350" kern="0" spc="-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3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ean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Preprocess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</p:txBody>
      </p:sp>
      <p:sp>
        <p:nvSpPr>
          <p:cNvPr id="17" name="TextBox17"/>
          <p:cNvSpPr txBox="1"/>
          <p:nvPr/>
        </p:nvSpPr>
        <p:spPr>
          <a:xfrm>
            <a:off x="757548" y="8342925"/>
            <a:ext cx="2531413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EDA</a:t>
            </a:r>
            <a:r>
              <a:rPr lang="en-US" altLang="zh-CN" sz="13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757548" y="8809650"/>
            <a:ext cx="1634889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Visualiz</a:t>
            </a:r>
            <a:r>
              <a:rPr lang="en-US" altLang="zh-CN" sz="13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ation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</a:p>
        </p:txBody>
      </p:sp>
      <p:sp>
        <p:nvSpPr>
          <p:cNvPr id="19" name="TextBox19"/>
          <p:cNvSpPr txBox="1"/>
          <p:nvPr/>
        </p:nvSpPr>
        <p:spPr>
          <a:xfrm>
            <a:off x="757548" y="9276376"/>
            <a:ext cx="2022426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Key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ns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nd</a:t>
            </a:r>
            <a:r>
              <a:rPr lang="en-US" altLang="zh-CN" sz="13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ngs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757548" y="9743100"/>
            <a:ext cx="884461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</a:t>
            </a:r>
            <a:r>
              <a:rPr lang="en-US" altLang="zh-CN" sz="13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3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3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3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</a:p>
        </p:txBody>
      </p:sp>
      <p:pic>
        <p:nvPicPr>
          <p:cNvPr id="21" name="D4ACE352-38AC-44EC-5B05-4C9053333625"/>
          <p:cNvPicPr>
            <a:picLocks noChangeAspect="1"/>
          </p:cNvPicPr>
          <p:nvPr/>
        </p:nvPicPr>
        <p:blipFill>
          <a:blip r:embed="rId4" cstate="print">
            <a:extLst>
              <a:ext uri="{597E8BF3-3A6B-4D2D-5B88-C6D9002595FA}"/>
            </a:extLst>
          </a:blip>
          <a:srcRect/>
          <a:stretch>
            <a:fillRect/>
          </a:stretch>
        </p:blipFill>
        <p:spPr>
          <a:xfrm>
            <a:off x="657535" y="7293837"/>
            <a:ext cx="6048375" cy="2809875"/>
          </a:xfrm>
          <a:prstGeom prst="rect">
            <a:avLst/>
          </a:prstGeom>
        </p:spPr>
      </p:pic>
      <p:pic>
        <p:nvPicPr>
          <p:cNvPr id="22" name="A29221D1-CD1C-480A-4314-FA504676344E"/>
          <p:cNvPicPr>
            <a:picLocks noChangeAspect="1"/>
          </p:cNvPicPr>
          <p:nvPr/>
        </p:nvPicPr>
        <p:blipFill>
          <a:blip r:embed="rId5" cstate="print">
            <a:extLst>
              <a:ext uri="{6DD81282-8D0C-4F04-5534-690F050C527B}"/>
            </a:extLst>
          </a:blip>
          <a:srcRect/>
          <a:stretch>
            <a:fillRect/>
          </a:stretch>
        </p:blipFill>
        <p:spPr>
          <a:xfrm>
            <a:off x="657535" y="7760562"/>
            <a:ext cx="6048375" cy="2343150"/>
          </a:xfrm>
          <a:prstGeom prst="rect">
            <a:avLst/>
          </a:prstGeom>
        </p:spPr>
      </p:pic>
      <p:graphicFrame>
        <p:nvGraphicFramePr>
          <p:cNvPr id="23" name="Table23"/>
          <p:cNvGraphicFramePr>
            <a:graphicFrameLocks noGrp="1"/>
          </p:cNvGraphicFramePr>
          <p:nvPr/>
        </p:nvGraphicFramePr>
        <p:xfrm>
          <a:off x="664679" y="7293837"/>
          <a:ext cx="6033712" cy="2800350"/>
        </p:xfrm>
        <a:graphic>
          <a:graphicData uri="http://schemas.openxmlformats.org/drawingml/2006/table">
            <a:tbl>
              <a:tblPr firstRow="1" bandRow="1">
                <a:tableStyleId>{5D682976-A7D9-4A54-B397-2D29F235E270}</a:tableStyleId>
              </a:tblPr>
              <a:tblGrid>
                <a:gridCol w="5319528"/>
                <a:gridCol w="714185"/>
              </a:tblGrid>
              <a:tr h="466725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0524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9989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0524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9989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0524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9989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0524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9989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530524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7500"/>
                        </a:lnSpc>
                        <a:tabLst>
                          <a:tab pos="69989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2916"/>
                        </a:lnSpc>
                        <a:tabLst>
                          <a:tab pos="5305240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eaLnBrk="0" algn="just">
                        <a:lnSpc>
                          <a:spcPct val="82916"/>
                        </a:lnSpc>
                        <a:tabLst>
                          <a:tab pos="699898" algn="r"/>
                        </a:tabLst>
                      </a:pPr>
                      <a:endParaRPr lang="en-US" altLang="zh-CN" dirty="0" kern="0" noProof="0" baseline="0" spc="0" sz="1000">
                        <a:solidFill>
                          <a:srgbClr val="000000"/>
                        </a:solidFill>
                        <a:latin typeface="Arial" pitchFamily="34" charset="0"/>
                        <a:ea typeface="Arial" pitchFamily="34" charset="0"/>
                        <a:cs typeface="Arial" pitchFamily="34" charset="0"/>
                      </a:endParaRPr>
                    </a:p>
                  </a:txBody>
                  <a:tcPr marL="7144" marR="7144" marT="7144" marB="7144">
                    <a:lnL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88" cap="flat" cmpd="sng" algn="ctr">
                      <a:solidFill>
                        <a:srgbClr val="2A36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88" cap="flat" cmpd="sng" algn="ctr">
                      <a:solidFill>
                        <a:srgbClr val="A9D6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75DF6D4D-1300-4094-90D2-797B6D6A0866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435F78EE-051C-4612-50B2-F69C7EBEF386"/>
          <p:cNvPicPr>
            <a:picLocks noChangeAspect="1"/>
          </p:cNvPicPr>
          <p:nvPr/>
        </p:nvPicPr>
        <p:blipFill>
          <a:blip r:embed="rId2" cstate="print">
            <a:extLst>
              <a:ext uri="{D5436A0A-78EA-449C-22E9-8EE32A2FA2AF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25" name="Combination 25"/>
          <p:cNvGrpSpPr/>
          <p:nvPr/>
        </p:nvGrpSpPr>
        <p:grpSpPr>
          <a:xfrm>
            <a:off x="746424" y="673887"/>
            <a:ext cx="3592959" cy="33175"/>
            <a:chOff x="746424" y="673887"/>
            <a:chExt cx="3592959" cy="33175"/>
          </a:xfrm>
        </p:grpSpPr>
        <p:sp>
          <p:nvSpPr>
            <p:cNvPr id="26" name="VectorPath 26"/>
            <p:cNvSpPr/>
            <p:nvPr/>
          </p:nvSpPr>
          <p:spPr>
            <a:xfrm>
              <a:off x="746424" y="673887"/>
              <a:ext cx="3592959" cy="28626"/>
            </a:xfrm>
            <a:custGeom>
              <a:rect l="l" t="t" r="r" b="b"/>
              <a:pathLst>
                <a:path w="3592959" h="28626">
                  <a:moveTo>
                    <a:pt x="9550" y="9551"/>
                  </a:moveTo>
                  <a:lnTo>
                    <a:pt x="3583409" y="19076"/>
                  </a:lnTo>
                </a:path>
              </a:pathLst>
            </a:custGeom>
            <a:ln w="19050" cap="flat" cmpd="sng">
              <a:solidFill>
                <a:srgbClr val="80B2E8">
                  <a:alpha val="100000"/>
                </a:srgbClr>
              </a:solidFill>
              <a:miter lim="400000"/>
            </a:ln>
          </p:spPr>
        </p:sp>
        <p:sp>
          <p:nvSpPr>
            <p:cNvPr id="27" name="VectorPath 27"/>
            <p:cNvSpPr/>
            <p:nvPr/>
          </p:nvSpPr>
          <p:spPr>
            <a:xfrm>
              <a:off x="755949" y="678487"/>
              <a:ext cx="3573909" cy="28575"/>
            </a:xfrm>
            <a:custGeom>
              <a:rect l="l" t="t" r="r" b="b"/>
              <a:pathLst>
                <a:path w="3573909" h="28575">
                  <a:moveTo>
                    <a:pt x="0" y="28575"/>
                  </a:moveTo>
                  <a:lnTo>
                    <a:pt x="3573909" y="28575"/>
                  </a:lnTo>
                  <a:lnTo>
                    <a:pt x="3573909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8" name="TextBox28"/>
          <p:cNvSpPr txBox="1"/>
          <p:nvPr/>
        </p:nvSpPr>
        <p:spPr>
          <a:xfrm>
            <a:off x="4026583" y="5355782"/>
            <a:ext cx="2795704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report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aims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explore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</p:txBody>
      </p:sp>
      <p:sp>
        <p:nvSpPr>
          <p:cNvPr id="29" name="TextBox29"/>
          <p:cNvSpPr txBox="1"/>
          <p:nvPr/>
        </p:nvSpPr>
        <p:spPr>
          <a:xfrm>
            <a:off x="4026583" y="4965257"/>
            <a:ext cx="2725476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themselves.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</a:p>
        </p:txBody>
      </p:sp>
      <p:sp>
        <p:nvSpPr>
          <p:cNvPr id="30" name="TextBox30"/>
          <p:cNvSpPr txBox="1"/>
          <p:nvPr/>
        </p:nvSpPr>
        <p:spPr>
          <a:xfrm>
            <a:off x="4026583" y="4574732"/>
            <a:ext cx="3111992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educators,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policymakers,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</p:txBody>
      </p:sp>
      <p:sp>
        <p:nvSpPr>
          <p:cNvPr id="31" name="TextBox31"/>
          <p:cNvSpPr txBox="1"/>
          <p:nvPr/>
        </p:nvSpPr>
        <p:spPr>
          <a:xfrm>
            <a:off x="4026583" y="4184207"/>
            <a:ext cx="2168535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crucial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</a:p>
        </p:txBody>
      </p:sp>
      <p:sp>
        <p:nvSpPr>
          <p:cNvPr id="32" name="TextBox32"/>
          <p:cNvSpPr txBox="1"/>
          <p:nvPr/>
        </p:nvSpPr>
        <p:spPr>
          <a:xfrm>
            <a:off x="4026583" y="3793682"/>
            <a:ext cx="3114076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influence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</a:p>
        </p:txBody>
      </p:sp>
      <p:sp>
        <p:nvSpPr>
          <p:cNvPr id="33" name="TextBox33"/>
          <p:cNvSpPr txBox="1"/>
          <p:nvPr/>
        </p:nvSpPr>
        <p:spPr>
          <a:xfrm>
            <a:off x="4026583" y="3403157"/>
            <a:ext cx="3116784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landscape,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understanding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</a:p>
        </p:txBody>
      </p:sp>
      <p:sp>
        <p:nvSpPr>
          <p:cNvPr id="34" name="TextBox34"/>
          <p:cNvSpPr txBox="1"/>
          <p:nvPr/>
        </p:nvSpPr>
        <p:spPr>
          <a:xfrm>
            <a:off x="4026583" y="3012632"/>
            <a:ext cx="2324599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today's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educational</a:t>
            </a:r>
          </a:p>
        </p:txBody>
      </p:sp>
      <p:pic>
        <p:nvPicPr>
          <p:cNvPr id="35" name="5729FA13-9E64-48AF-E5E8-6CEBB22805A1"/>
          <p:cNvPicPr>
            <a:picLocks noChangeAspect="1"/>
          </p:cNvPicPr>
          <p:nvPr/>
        </p:nvPicPr>
        <p:blipFill>
          <a:blip r:embed="rId3" cstate="print">
            <a:extLst>
              <a:ext uri="{517E98FA-8276-4BAF-079B-CE58E1A06A1B}"/>
            </a:extLst>
          </a:blip>
          <a:srcRect/>
          <a:stretch>
            <a:fillRect/>
          </a:stretch>
        </p:blipFill>
        <p:spPr>
          <a:xfrm>
            <a:off x="4421027" y="0"/>
            <a:ext cx="3143250" cy="5543550"/>
          </a:xfrm>
          <a:prstGeom prst="rect">
            <a:avLst/>
          </a:prstGeom>
        </p:spPr>
      </p:pic>
      <p:sp>
        <p:nvSpPr>
          <p:cNvPr id="36" name="TextBox36"/>
          <p:cNvSpPr txBox="1"/>
          <p:nvPr/>
        </p:nvSpPr>
        <p:spPr>
          <a:xfrm>
            <a:off x="755949" y="1140520"/>
            <a:ext cx="6422387" cy="8402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ROD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UC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507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270634" marR="0" indent="0" eaLnBrk="0">
              <a:lnSpc>
                <a:spcPct val="134662"/>
              </a:lnSpc>
              <a:spcAft>
                <a:spcPts val="0"/>
              </a:spcAft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analyze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containing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data.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examining</a:t>
            </a:r>
            <a:r>
              <a:rPr baseline="0" lang="en-US" altLang="zh-CN" sz="185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variables</a:t>
            </a:r>
            <a:r>
              <a:rPr baseline="0" lang="en-US" altLang="zh-CN" sz="185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such</a:t>
            </a:r>
            <a:r>
              <a:rPr baseline="0" lang="en-US" altLang="zh-CN" sz="185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emographics,</a:t>
            </a:r>
            <a:r>
              <a:rPr baseline="0" lang="en-US" altLang="zh-CN" sz="18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parental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levels,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scores,</a:t>
            </a:r>
            <a:r>
              <a:rPr baseline="0" lang="en-US" altLang="zh-CN" sz="18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</a:t>
            </a:r>
            <a:r>
              <a:rPr baseline="0" lang="en-US" altLang="zh-CN" sz="18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seek</a:t>
            </a:r>
            <a:r>
              <a:rPr baseline="0" lang="en-US" altLang="zh-CN" sz="18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uncover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eaningful</a:t>
            </a:r>
            <a:r>
              <a:rPr baseline="0" lang="en-US" altLang="zh-CN" sz="1850" kern="0" spc="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patterns</a:t>
            </a:r>
            <a:r>
              <a:rPr baseline="0" lang="en-US" altLang="zh-CN" sz="1850" kern="0" spc="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can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provide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valuable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insights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into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chievement.</a:t>
            </a:r>
          </a:p>
        </p:txBody>
      </p:sp>
      <p:pic>
        <p:nvPicPr>
          <p:cNvPr id="37" name="04542FB4-D821-41FE-C3D8-0BC4AA73D415"/>
          <p:cNvPicPr>
            <a:picLocks noChangeAspect="1"/>
          </p:cNvPicPr>
          <p:nvPr/>
        </p:nvPicPr>
        <p:blipFill>
          <a:blip r:embed="rId4" cstate="print">
            <a:extLst>
              <a:ext uri="{112B0743-588D-4033-0990-87F4722293C5}"/>
            </a:extLst>
          </a:blip>
          <a:srcRect/>
          <a:stretch>
            <a:fillRect/>
          </a:stretch>
        </p:blipFill>
        <p:spPr>
          <a:xfrm>
            <a:off x="368396" y="6454311"/>
            <a:ext cx="3028950" cy="3133725"/>
          </a:xfrm>
          <a:prstGeom prst="rect">
            <a:avLst/>
          </a:prstGeom>
        </p:spPr>
      </p:pic>
      <p:grpSp>
        <p:nvGrpSpPr>
          <p:cNvPr id="38" name="Combination 38"/>
          <p:cNvGrpSpPr/>
          <p:nvPr/>
        </p:nvGrpSpPr>
        <p:grpSpPr>
          <a:xfrm>
            <a:off x="781205" y="3213547"/>
            <a:ext cx="1785308" cy="2188153"/>
            <a:chOff x="781205" y="3213547"/>
            <a:chExt cx="1785308" cy="2188153"/>
          </a:xfrm>
        </p:grpSpPr>
        <p:sp>
          <p:nvSpPr>
            <p:cNvPr id="39" name="VectorPath 39"/>
            <p:cNvSpPr/>
            <p:nvPr/>
          </p:nvSpPr>
          <p:spPr>
            <a:xfrm>
              <a:off x="781205" y="3213547"/>
              <a:ext cx="1785308" cy="2188153"/>
            </a:xfrm>
            <a:custGeom>
              <a:rect l="l" t="t" r="r" b="b"/>
              <a:pathLst>
                <a:path w="1785308" h="2188153">
                  <a:moveTo>
                    <a:pt x="1084894" y="17036"/>
                  </a:moveTo>
                  <a:cubicBezTo>
                    <a:pt x="1124768" y="19357"/>
                    <a:pt x="1164207" y="23071"/>
                    <a:pt x="1202856" y="28412"/>
                  </a:cubicBezTo>
                  <a:lnTo>
                    <a:pt x="1203517" y="28504"/>
                  </a:lnTo>
                  <a:cubicBezTo>
                    <a:pt x="1400869" y="55939"/>
                    <a:pt x="1598340" y="150937"/>
                    <a:pt x="1692657" y="335514"/>
                  </a:cubicBezTo>
                  <a:lnTo>
                    <a:pt x="1692961" y="336109"/>
                  </a:lnTo>
                  <a:cubicBezTo>
                    <a:pt x="1785198" y="517167"/>
                    <a:pt x="1781830" y="743200"/>
                    <a:pt x="1737868" y="937210"/>
                  </a:cubicBezTo>
                  <a:lnTo>
                    <a:pt x="1737572" y="938514"/>
                  </a:lnTo>
                  <a:lnTo>
                    <a:pt x="1728125" y="977736"/>
                  </a:lnTo>
                  <a:cubicBezTo>
                    <a:pt x="1675850" y="1171501"/>
                    <a:pt x="1572327" y="1336878"/>
                    <a:pt x="1439552" y="1487407"/>
                  </a:cubicBezTo>
                  <a:lnTo>
                    <a:pt x="1439110" y="1487908"/>
                  </a:lnTo>
                  <a:cubicBezTo>
                    <a:pt x="1367016" y="1569632"/>
                    <a:pt x="1292146" y="1650584"/>
                    <a:pt x="1240339" y="1747373"/>
                  </a:cubicBezTo>
                  <a:lnTo>
                    <a:pt x="1240024" y="1747963"/>
                  </a:lnTo>
                  <a:cubicBezTo>
                    <a:pt x="1213096" y="1798430"/>
                    <a:pt x="1193431" y="1852491"/>
                    <a:pt x="1181133" y="1908341"/>
                  </a:cubicBezTo>
                  <a:lnTo>
                    <a:pt x="1180989" y="1908994"/>
                  </a:lnTo>
                  <a:cubicBezTo>
                    <a:pt x="1168809" y="1964869"/>
                    <a:pt x="1171775" y="2020745"/>
                    <a:pt x="1163472" y="2076699"/>
                  </a:cubicBezTo>
                  <a:lnTo>
                    <a:pt x="1163375" y="2077360"/>
                  </a:lnTo>
                  <a:cubicBezTo>
                    <a:pt x="1148859" y="2172609"/>
                    <a:pt x="1058364" y="2188153"/>
                    <a:pt x="976684" y="2187657"/>
                  </a:cubicBezTo>
                  <a:lnTo>
                    <a:pt x="976017" y="2187653"/>
                  </a:lnTo>
                  <a:cubicBezTo>
                    <a:pt x="860327" y="2186881"/>
                    <a:pt x="744459" y="2175159"/>
                    <a:pt x="630875" y="2153004"/>
                  </a:cubicBezTo>
                  <a:lnTo>
                    <a:pt x="630679" y="2153081"/>
                  </a:lnTo>
                  <a:cubicBezTo>
                    <a:pt x="620877" y="2156801"/>
                    <a:pt x="607629" y="2153681"/>
                    <a:pt x="605843" y="2141749"/>
                  </a:cubicBezTo>
                  <a:lnTo>
                    <a:pt x="605745" y="2141088"/>
                  </a:lnTo>
                  <a:cubicBezTo>
                    <a:pt x="597678" y="2086963"/>
                    <a:pt x="589806" y="2032713"/>
                    <a:pt x="578988" y="1979032"/>
                  </a:cubicBezTo>
                  <a:lnTo>
                    <a:pt x="578856" y="1978376"/>
                  </a:lnTo>
                  <a:cubicBezTo>
                    <a:pt x="556443" y="1867443"/>
                    <a:pt x="519774" y="1760331"/>
                    <a:pt x="449531" y="1670259"/>
                  </a:cubicBezTo>
                  <a:lnTo>
                    <a:pt x="449120" y="1669732"/>
                  </a:lnTo>
                  <a:cubicBezTo>
                    <a:pt x="386180" y="1589198"/>
                    <a:pt x="307682" y="1522758"/>
                    <a:pt x="239222" y="1447244"/>
                  </a:cubicBezTo>
                  <a:lnTo>
                    <a:pt x="238773" y="1446750"/>
                  </a:lnTo>
                  <a:cubicBezTo>
                    <a:pt x="106858" y="1301074"/>
                    <a:pt x="30822" y="1112396"/>
                    <a:pt x="14636" y="916278"/>
                  </a:cubicBezTo>
                  <a:lnTo>
                    <a:pt x="12285" y="883010"/>
                  </a:lnTo>
                  <a:cubicBezTo>
                    <a:pt x="4775" y="715726"/>
                    <a:pt x="41660" y="543737"/>
                    <a:pt x="129275" y="400486"/>
                  </a:cubicBezTo>
                  <a:lnTo>
                    <a:pt x="129623" y="399916"/>
                  </a:lnTo>
                  <a:cubicBezTo>
                    <a:pt x="229335" y="237289"/>
                    <a:pt x="390300" y="132309"/>
                    <a:pt x="570418" y="77794"/>
                  </a:cubicBezTo>
                  <a:lnTo>
                    <a:pt x="571057" y="77601"/>
                  </a:lnTo>
                  <a:cubicBezTo>
                    <a:pt x="707595" y="36379"/>
                    <a:pt x="857757" y="15187"/>
                    <a:pt x="1004968" y="14946"/>
                  </a:cubicBezTo>
                </a:path>
              </a:pathLst>
            </a:custGeom>
            <a:solidFill>
              <a:srgbClr val="F6B737">
                <a:alpha val="100000"/>
              </a:srgbClr>
            </a:solidFill>
          </p:spPr>
        </p:sp>
        <p:sp>
          <p:nvSpPr>
            <p:cNvPr id="40" name="VectorPath 40"/>
            <p:cNvSpPr/>
            <p:nvPr/>
          </p:nvSpPr>
          <p:spPr>
            <a:xfrm>
              <a:off x="1719704" y="3264209"/>
              <a:ext cx="707351" cy="2047529"/>
            </a:xfrm>
            <a:custGeom>
              <a:rect l="l" t="t" r="r" b="b"/>
              <a:pathLst>
                <a:path w="707351" h="2047529">
                  <a:moveTo>
                    <a:pt x="121495" y="1454590"/>
                  </a:moveTo>
                  <a:cubicBezTo>
                    <a:pt x="152024" y="1462766"/>
                    <a:pt x="173531" y="1517077"/>
                    <a:pt x="223277" y="1535156"/>
                  </a:cubicBezTo>
                  <a:lnTo>
                    <a:pt x="223906" y="1535379"/>
                  </a:lnTo>
                  <a:lnTo>
                    <a:pt x="224534" y="1535603"/>
                  </a:lnTo>
                  <a:cubicBezTo>
                    <a:pt x="333101" y="1576347"/>
                    <a:pt x="60815" y="2046184"/>
                    <a:pt x="4050" y="1832499"/>
                  </a:cubicBezTo>
                  <a:lnTo>
                    <a:pt x="3881" y="1831853"/>
                  </a:lnTo>
                  <a:cubicBezTo>
                    <a:pt x="26" y="1817118"/>
                    <a:pt x="61718" y="1494295"/>
                    <a:pt x="69739" y="1481957"/>
                  </a:cubicBezTo>
                  <a:lnTo>
                    <a:pt x="69886" y="1481793"/>
                  </a:lnTo>
                  <a:cubicBezTo>
                    <a:pt x="84941" y="1465025"/>
                    <a:pt x="97290" y="1456951"/>
                    <a:pt x="108290" y="1454498"/>
                  </a:cubicBezTo>
                  <a:moveTo>
                    <a:pt x="540827" y="263044"/>
                  </a:moveTo>
                  <a:cubicBezTo>
                    <a:pt x="645658" y="281347"/>
                    <a:pt x="706518" y="359127"/>
                    <a:pt x="706933" y="527176"/>
                  </a:cubicBezTo>
                  <a:lnTo>
                    <a:pt x="706935" y="528513"/>
                  </a:lnTo>
                  <a:lnTo>
                    <a:pt x="706321" y="579160"/>
                  </a:lnTo>
                  <a:cubicBezTo>
                    <a:pt x="695822" y="837105"/>
                    <a:pt x="607675" y="1137028"/>
                    <a:pt x="437210" y="1329290"/>
                  </a:cubicBezTo>
                  <a:lnTo>
                    <a:pt x="416022" y="1352598"/>
                  </a:lnTo>
                  <a:cubicBezTo>
                    <a:pt x="361925" y="1408115"/>
                    <a:pt x="271313" y="1478745"/>
                    <a:pt x="211559" y="1396087"/>
                  </a:cubicBezTo>
                  <a:lnTo>
                    <a:pt x="211168" y="1395545"/>
                  </a:lnTo>
                  <a:cubicBezTo>
                    <a:pt x="173255" y="1340921"/>
                    <a:pt x="224758" y="1085460"/>
                    <a:pt x="222633" y="1023397"/>
                  </a:cubicBezTo>
                  <a:lnTo>
                    <a:pt x="219612" y="962981"/>
                  </a:lnTo>
                  <a:cubicBezTo>
                    <a:pt x="208305" y="822696"/>
                    <a:pt x="178615" y="686978"/>
                    <a:pt x="162304" y="546088"/>
                  </a:cubicBezTo>
                  <a:lnTo>
                    <a:pt x="159694" y="521853"/>
                  </a:lnTo>
                  <a:cubicBezTo>
                    <a:pt x="149870" y="407467"/>
                    <a:pt x="174301" y="366340"/>
                    <a:pt x="290432" y="316164"/>
                  </a:cubicBezTo>
                  <a:lnTo>
                    <a:pt x="291044" y="315899"/>
                  </a:lnTo>
                  <a:cubicBezTo>
                    <a:pt x="372103" y="280920"/>
                    <a:pt x="447178" y="260543"/>
                    <a:pt x="507699" y="260977"/>
                  </a:cubicBezTo>
                  <a:moveTo>
                    <a:pt x="224598" y="20605"/>
                  </a:moveTo>
                  <a:lnTo>
                    <a:pt x="225260" y="20682"/>
                  </a:lnTo>
                  <a:cubicBezTo>
                    <a:pt x="283138" y="27466"/>
                    <a:pt x="397635" y="56044"/>
                    <a:pt x="357011" y="128885"/>
                  </a:cubicBezTo>
                  <a:lnTo>
                    <a:pt x="352334" y="136104"/>
                  </a:lnTo>
                  <a:cubicBezTo>
                    <a:pt x="318249" y="185786"/>
                    <a:pt x="179391" y="167379"/>
                    <a:pt x="136495" y="191084"/>
                  </a:cubicBezTo>
                  <a:lnTo>
                    <a:pt x="135917" y="191416"/>
                  </a:lnTo>
                  <a:lnTo>
                    <a:pt x="135338" y="191748"/>
                  </a:lnTo>
                  <a:cubicBezTo>
                    <a:pt x="74051" y="225457"/>
                    <a:pt x="50686" y="14721"/>
                    <a:pt x="208488" y="19159"/>
                  </a:cubicBezTo>
                </a:path>
              </a:pathLst>
            </a:custGeom>
            <a:solidFill>
              <a:srgbClr val="F59A3D">
                <a:alpha val="100000"/>
              </a:srgbClr>
            </a:solidFill>
          </p:spPr>
        </p:sp>
      </p:grpSp>
      <p:pic>
        <p:nvPicPr>
          <p:cNvPr id="41" name="74C4F295-B2CD-4F6F-ADE6-F31967AEDB5E"/>
          <p:cNvPicPr>
            <a:picLocks noChangeAspect="1"/>
          </p:cNvPicPr>
          <p:nvPr/>
        </p:nvPicPr>
        <p:blipFill>
          <a:blip r:embed="rId5" cstate="print">
            <a:extLst>
              <a:ext uri="{2878DC0B-8C40-4291-4F54-34BD65C72B1F}"/>
            </a:extLst>
          </a:blip>
          <a:srcRect/>
          <a:stretch>
            <a:fillRect/>
          </a:stretch>
        </p:blipFill>
        <p:spPr>
          <a:xfrm>
            <a:off x="124829" y="2646035"/>
            <a:ext cx="3019425" cy="3352800"/>
          </a:xfrm>
          <a:prstGeom prst="rect">
            <a:avLst/>
          </a:prstGeom>
        </p:spPr>
      </p:pic>
      <p:grpSp>
        <p:nvGrpSpPr>
          <p:cNvPr id="42" name="Combination 42"/>
          <p:cNvGrpSpPr/>
          <p:nvPr/>
        </p:nvGrpSpPr>
        <p:grpSpPr>
          <a:xfrm>
            <a:off x="122132" y="2650611"/>
            <a:ext cx="3024000" cy="3339759"/>
            <a:chOff x="122132" y="2650611"/>
            <a:chExt cx="3024000" cy="3339759"/>
          </a:xfrm>
        </p:grpSpPr>
        <p:sp>
          <p:nvSpPr>
            <p:cNvPr id="43" name="VectorPath 43"/>
            <p:cNvSpPr/>
            <p:nvPr/>
          </p:nvSpPr>
          <p:spPr>
            <a:xfrm>
              <a:off x="952104" y="3550132"/>
              <a:ext cx="303690" cy="1038454"/>
            </a:xfrm>
            <a:custGeom>
              <a:rect l="l" t="t" r="r" b="b"/>
              <a:pathLst>
                <a:path w="303690" h="1038454">
                  <a:moveTo>
                    <a:pt x="70011" y="730517"/>
                  </a:moveTo>
                  <a:cubicBezTo>
                    <a:pt x="70610" y="731245"/>
                    <a:pt x="71172" y="731886"/>
                    <a:pt x="71656" y="732634"/>
                  </a:cubicBezTo>
                  <a:lnTo>
                    <a:pt x="71735" y="732762"/>
                  </a:lnTo>
                  <a:cubicBezTo>
                    <a:pt x="87932" y="758598"/>
                    <a:pt x="91767" y="787939"/>
                    <a:pt x="101697" y="816509"/>
                  </a:cubicBezTo>
                  <a:lnTo>
                    <a:pt x="101899" y="817084"/>
                  </a:lnTo>
                  <a:lnTo>
                    <a:pt x="102101" y="817660"/>
                  </a:lnTo>
                  <a:cubicBezTo>
                    <a:pt x="112162" y="846059"/>
                    <a:pt x="126868" y="872907"/>
                    <a:pt x="143192" y="898179"/>
                  </a:cubicBezTo>
                  <a:lnTo>
                    <a:pt x="143523" y="898691"/>
                  </a:lnTo>
                  <a:cubicBezTo>
                    <a:pt x="167998" y="936589"/>
                    <a:pt x="221403" y="976738"/>
                    <a:pt x="223082" y="1024624"/>
                  </a:cubicBezTo>
                  <a:lnTo>
                    <a:pt x="223098" y="1025292"/>
                  </a:lnTo>
                  <a:cubicBezTo>
                    <a:pt x="223228" y="1031362"/>
                    <a:pt x="217343" y="1038360"/>
                    <a:pt x="210831" y="1037737"/>
                  </a:cubicBezTo>
                  <a:lnTo>
                    <a:pt x="210700" y="1037722"/>
                  </a:lnTo>
                  <a:cubicBezTo>
                    <a:pt x="157543" y="1031587"/>
                    <a:pt x="118763" y="962436"/>
                    <a:pt x="94208" y="919587"/>
                  </a:cubicBezTo>
                  <a:lnTo>
                    <a:pt x="93876" y="919007"/>
                  </a:lnTo>
                  <a:cubicBezTo>
                    <a:pt x="64107" y="867097"/>
                    <a:pt x="37906" y="795095"/>
                    <a:pt x="55704" y="735464"/>
                  </a:cubicBezTo>
                  <a:lnTo>
                    <a:pt x="55898" y="734825"/>
                  </a:lnTo>
                  <a:cubicBezTo>
                    <a:pt x="57266" y="730303"/>
                    <a:pt x="61555" y="728128"/>
                    <a:pt x="65545" y="728549"/>
                  </a:cubicBezTo>
                  <a:moveTo>
                    <a:pt x="274510" y="15263"/>
                  </a:moveTo>
                  <a:cubicBezTo>
                    <a:pt x="289015" y="24108"/>
                    <a:pt x="294780" y="47617"/>
                    <a:pt x="276096" y="59612"/>
                  </a:cubicBezTo>
                  <a:lnTo>
                    <a:pt x="275533" y="59958"/>
                  </a:lnTo>
                  <a:lnTo>
                    <a:pt x="274964" y="60307"/>
                  </a:lnTo>
                  <a:cubicBezTo>
                    <a:pt x="203216" y="104597"/>
                    <a:pt x="152193" y="175900"/>
                    <a:pt x="120992" y="253437"/>
                  </a:cubicBezTo>
                  <a:lnTo>
                    <a:pt x="120742" y="254057"/>
                  </a:lnTo>
                  <a:cubicBezTo>
                    <a:pt x="83600" y="346889"/>
                    <a:pt x="86532" y="444205"/>
                    <a:pt x="63921" y="539779"/>
                  </a:cubicBezTo>
                  <a:lnTo>
                    <a:pt x="63815" y="540227"/>
                  </a:lnTo>
                  <a:cubicBezTo>
                    <a:pt x="58133" y="562208"/>
                    <a:pt x="20656" y="563930"/>
                    <a:pt x="16749" y="539779"/>
                  </a:cubicBezTo>
                  <a:lnTo>
                    <a:pt x="16643" y="539118"/>
                  </a:lnTo>
                  <a:cubicBezTo>
                    <a:pt x="106" y="434944"/>
                    <a:pt x="25198" y="314421"/>
                    <a:pt x="66838" y="218680"/>
                  </a:cubicBezTo>
                  <a:lnTo>
                    <a:pt x="67105" y="218067"/>
                  </a:lnTo>
                  <a:cubicBezTo>
                    <a:pt x="104820" y="131669"/>
                    <a:pt x="166459" y="60270"/>
                    <a:pt x="249667" y="15616"/>
                  </a:cubicBezTo>
                  <a:lnTo>
                    <a:pt x="250249" y="15304"/>
                  </a:lnTo>
                  <a:cubicBezTo>
                    <a:pt x="255512" y="12619"/>
                    <a:pt x="260636" y="11826"/>
                    <a:pt x="265637" y="1209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44" name="VectorPath 44"/>
            <p:cNvSpPr/>
            <p:nvPr/>
          </p:nvSpPr>
          <p:spPr>
            <a:xfrm>
              <a:off x="122132" y="2650611"/>
              <a:ext cx="3024000" cy="3339759"/>
            </a:xfrm>
            <a:custGeom>
              <a:rect l="l" t="t" r="r" b="b"/>
              <a:pathLst>
                <a:path w="3024000" h="3339759">
                  <a:moveTo>
                    <a:pt x="0" y="3339759"/>
                  </a:moveTo>
                  <a:lnTo>
                    <a:pt x="3024000" y="3339759"/>
                  </a:lnTo>
                  <a:lnTo>
                    <a:pt x="3024000" y="0"/>
                  </a:lnTo>
                  <a:lnTo>
                    <a:pt x="0" y="0"/>
                  </a:lnTo>
                  <a:lnTo>
                    <a:pt x="0" y="3339759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</p:spTree>
    <p:extLst>
      <p:ext uri="{BA9260BB-7540-471B-4F32-BCDD42C27F80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186FE02E-4A26-49D3-4D26-E7950BA7989C"/>
          <p:cNvPicPr>
            <a:picLocks noChangeAspect="1"/>
          </p:cNvPicPr>
          <p:nvPr/>
        </p:nvPicPr>
        <p:blipFill>
          <a:blip r:embed="rId2" cstate="print">
            <a:extLst>
              <a:ext uri="{740A8082-3335-4ADF-7D40-989B1B4EF3DB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46" name="VectorPath 46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pic>
        <p:nvPicPr>
          <p:cNvPr id="47" name="AD296105-984E-477B-70BB-EEB5B52B67E4"/>
          <p:cNvPicPr>
            <a:picLocks noChangeAspect="1"/>
          </p:cNvPicPr>
          <p:nvPr/>
        </p:nvPicPr>
        <p:blipFill>
          <a:blip r:embed="rId3" cstate="print">
            <a:extLst>
              <a:ext uri="{3CADAF1A-D370-4906-191D-E5141D039E1F}"/>
            </a:extLst>
          </a:blip>
          <a:srcRect/>
          <a:stretch>
            <a:fillRect/>
          </a:stretch>
        </p:blipFill>
        <p:spPr>
          <a:xfrm>
            <a:off x="2039639" y="9307948"/>
            <a:ext cx="800100" cy="742950"/>
          </a:xfrm>
          <a:prstGeom prst="rect">
            <a:avLst/>
          </a:prstGeom>
        </p:spPr>
      </p:pic>
      <p:pic>
        <p:nvPicPr>
          <p:cNvPr id="48" name="2D4B7617-AD43-4B76-9723-F977098D82ED"/>
          <p:cNvPicPr>
            <a:picLocks noChangeAspect="1"/>
          </p:cNvPicPr>
          <p:nvPr/>
        </p:nvPicPr>
        <p:blipFill>
          <a:blip r:embed="rId4" cstate="print">
            <a:extLst>
              <a:ext uri="{594E0064-D892-47AB-5047-F639E7365CEF}"/>
            </a:extLst>
          </a:blip>
          <a:srcRect/>
          <a:stretch>
            <a:fillRect/>
          </a:stretch>
        </p:blipFill>
        <p:spPr>
          <a:xfrm>
            <a:off x="2039639" y="7622583"/>
            <a:ext cx="800100" cy="742950"/>
          </a:xfrm>
          <a:prstGeom prst="rect">
            <a:avLst/>
          </a:prstGeom>
        </p:spPr>
      </p:pic>
      <p:sp>
        <p:nvSpPr>
          <p:cNvPr id="49" name="TextBox49"/>
          <p:cNvSpPr txBox="1"/>
          <p:nvPr/>
        </p:nvSpPr>
        <p:spPr>
          <a:xfrm>
            <a:off x="2265697" y="6127258"/>
            <a:ext cx="313745" cy="2970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9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9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50" name="TextBox50"/>
          <p:cNvSpPr txBox="1"/>
          <p:nvPr/>
        </p:nvSpPr>
        <p:spPr>
          <a:xfrm>
            <a:off x="2278844" y="7807898"/>
            <a:ext cx="313745" cy="2970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9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9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51" name="TextBox51"/>
          <p:cNvSpPr txBox="1"/>
          <p:nvPr/>
        </p:nvSpPr>
        <p:spPr>
          <a:xfrm>
            <a:off x="2278844" y="4431997"/>
            <a:ext cx="3222119" cy="5737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755591" marR="0" indent="-755591" eaLnBrk="0">
              <a:lnSpc>
                <a:spcPct val="118298"/>
              </a:lnSpc>
            </a:pPr>
            <a:r>
              <a:rPr lang="en-US" altLang="zh-CN" sz="1950" kern="0" spc="14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950" kern="0" spc="13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baseline="0" lang="en-US" altLang="zh-CN" sz="1950" kern="0" spc="294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0" baseline="689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10345" lang="en-US" altLang="zh-CN" sz="14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689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gain</a:t>
            </a:r>
            <a:r>
              <a:rPr baseline="10345" lang="en-US" altLang="zh-CN" sz="14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689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10345" lang="en-US" altLang="zh-CN" sz="14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689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comprehensive</a:t>
            </a:r>
            <a:r>
              <a:rPr baseline="10345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overview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</a:p>
          <a:p>
            <a:pPr marL="0" marR="0" indent="0" eaLnBrk="0">
              <a:lnSpc>
                <a:spcPct val="12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2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4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55591" marR="0" indent="0" eaLnBrk="0">
              <a:lnSpc>
                <a:spcPct val="98275"/>
              </a:lnSpc>
              <a:spcAft>
                <a:spcPts val="669"/>
              </a:spcAft>
            </a:pP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investigate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potential</a:t>
            </a:r>
          </a:p>
          <a:p>
            <a:pPr marL="755591" marR="664782" indent="0" eaLnBrk="0">
              <a:lnSpc>
                <a:spcPct val="125574"/>
              </a:lnSpc>
            </a:pP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various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performance.</a:t>
            </a:r>
          </a:p>
          <a:p>
            <a:pPr marL="0" marR="0" indent="0" eaLnBrk="0">
              <a:lnSpc>
                <a:spcPct val="12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55591" marR="0" indent="0" eaLnBrk="0">
              <a:lnSpc>
                <a:spcPct val="98275"/>
              </a:lnSpc>
              <a:spcAft>
                <a:spcPts val="669"/>
              </a:spcAft>
            </a:pP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identify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any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significant</a:t>
            </a:r>
          </a:p>
          <a:p>
            <a:pPr marL="755591" marR="48761" indent="0" eaLnBrk="0">
              <a:lnSpc>
                <a:spcPct val="125574"/>
              </a:lnSpc>
            </a:pP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trends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disparities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may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exist</a:t>
            </a:r>
            <a:r>
              <a:rPr baseline="0" lang="en-US" altLang="zh-CN" sz="1450" kern="0" spc="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within</a:t>
            </a:r>
            <a:r>
              <a:rPr baseline="0" lang="en-US" altLang="zh-CN" sz="1450" kern="0" spc="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5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population.</a:t>
            </a:r>
          </a:p>
          <a:p>
            <a:pPr marL="0" marR="0" indent="0" eaLnBrk="0">
              <a:lnSpc>
                <a:spcPct val="123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8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55591" marR="0" indent="0" eaLnBrk="0">
              <a:lnSpc>
                <a:spcPct val="89942"/>
              </a:lnSpc>
            </a:pP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provide</a:t>
            </a:r>
            <a:r>
              <a:rPr baseline="0" lang="en-US" altLang="zh-CN" sz="14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4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base</a:t>
            </a:r>
            <a:r>
              <a:rPr baseline="0" lang="en-US" altLang="zh-CN" sz="145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</a:p>
          <a:p>
            <a:pPr marL="0" marR="0" indent="0" eaLnBrk="0">
              <a:lnSpc>
                <a:spcPct val="90972"/>
              </a:lnSpc>
              <a:spcAft>
                <a:spcPts val="665"/>
              </a:spcAft>
            </a:pPr>
            <a:r>
              <a:rPr lang="en-US" altLang="zh-CN" sz="1950" kern="0" spc="14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950" kern="0" spc="13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baseline="0" lang="en-US" altLang="zh-CN" sz="1950" kern="0" spc="294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0" baseline="-298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future,</a:t>
            </a:r>
            <a:r>
              <a:rPr baseline="-44828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298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-44828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298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in-depth</a:t>
            </a:r>
          </a:p>
          <a:p>
            <a:pPr marL="755591" marR="0" indent="0" eaLnBrk="0">
              <a:lnSpc>
                <a:spcPct val="100000"/>
              </a:lnSpc>
            </a:pPr>
            <a:r>
              <a:rPr lang="en-US" altLang="zh-CN" sz="14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analysis.</a:t>
            </a:r>
          </a:p>
        </p:txBody>
      </p:sp>
      <p:sp>
        <p:nvSpPr>
          <p:cNvPr id="52" name="VectorPath 52"/>
          <p:cNvSpPr/>
          <p:nvPr/>
        </p:nvSpPr>
        <p:spPr>
          <a:xfrm>
            <a:off x="2413188" y="4611104"/>
            <a:ext cx="32243" cy="5443949"/>
          </a:xfrm>
          <a:custGeom>
            <a:rect l="l" t="t" r="r" b="b"/>
            <a:pathLst>
              <a:path w="32243" h="5443949">
                <a:moveTo>
                  <a:pt x="9548" y="9548"/>
                </a:moveTo>
                <a:lnTo>
                  <a:pt x="22695" y="5434401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53" name="TextBox53"/>
          <p:cNvSpPr txBox="1"/>
          <p:nvPr/>
        </p:nvSpPr>
        <p:spPr>
          <a:xfrm>
            <a:off x="596038" y="1140520"/>
            <a:ext cx="5230689" cy="22087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9988" marR="0" indent="0" eaLnBrk="0">
              <a:lnSpc>
                <a:spcPct val="97386"/>
              </a:lnSpc>
            </a:pP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  <a:p>
            <a:pPr marL="159988" marR="0" indent="0" eaLnBrk="0">
              <a:lnSpc>
                <a:spcPct val="99195"/>
              </a:lnSpc>
            </a:pP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LYS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  <a:p>
            <a:pPr marL="0" marR="0" indent="0" eaLnBrk="0">
              <a:lnSpc>
                <a:spcPct val="4295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primary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objectives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0" lang="en-US" altLang="zh-CN" sz="20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are:</a:t>
            </a:r>
          </a:p>
        </p:txBody>
      </p:sp>
      <p:pic>
        <p:nvPicPr>
          <p:cNvPr id="54" name="FC93FA69-9C5F-467A-32E3-4D005B22225A"/>
          <p:cNvPicPr>
            <a:picLocks noChangeAspect="1"/>
          </p:cNvPicPr>
          <p:nvPr/>
        </p:nvPicPr>
        <p:blipFill>
          <a:blip r:embed="rId5" cstate="print">
            <a:extLst>
              <a:ext uri="{D36C283A-464C-4973-D243-BCD5E9CD0984}"/>
            </a:extLst>
          </a:blip>
          <a:srcRect/>
          <a:stretch>
            <a:fillRect/>
          </a:stretch>
        </p:blipFill>
        <p:spPr>
          <a:xfrm>
            <a:off x="2039639" y="4251853"/>
            <a:ext cx="800100" cy="2428875"/>
          </a:xfrm>
          <a:prstGeom prst="rect">
            <a:avLst/>
          </a:prstGeom>
        </p:spPr>
      </p:pic>
    </p:spTree>
    <p:extLst>
      <p:ext uri="{A8CC3F69-7758-4F08-C138-F7A4B8D36132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60E9FB0C-CAC1-4FA6-BBEF-7E86357185C1"/>
          <p:cNvPicPr>
            <a:picLocks noChangeAspect="1"/>
          </p:cNvPicPr>
          <p:nvPr/>
        </p:nvPicPr>
        <p:blipFill>
          <a:blip r:embed="rId2" cstate="print">
            <a:extLst>
              <a:ext uri="{86840DFF-AE80-4C7A-CA1D-F60FD6F5A9B6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56" name="1FEFF261-1441-4A11-F97D-72D2D4126AAE"/>
          <p:cNvPicPr>
            <a:picLocks noChangeAspect="1"/>
          </p:cNvPicPr>
          <p:nvPr/>
        </p:nvPicPr>
        <p:blipFill>
          <a:blip r:embed="rId3" cstate="print">
            <a:extLst>
              <a:ext uri="{8463F301-F340-40FD-B092-534CB0FF214B}"/>
            </a:extLst>
          </a:blip>
          <a:stretch>
            <a:fillRect/>
          </a:stretch>
        </p:blipFill>
        <p:spPr>
          <a:xfrm>
            <a:off x="1324079" y="4984806"/>
            <a:ext cx="4371975" cy="4248150"/>
          </a:xfrm>
          <a:prstGeom prst="rect">
            <a:avLst/>
          </a:prstGeom>
        </p:spPr>
      </p:pic>
      <p:grpSp>
        <p:nvGrpSpPr>
          <p:cNvPr id="57" name="Combination 57"/>
          <p:cNvGrpSpPr/>
          <p:nvPr/>
        </p:nvGrpSpPr>
        <p:grpSpPr>
          <a:xfrm>
            <a:off x="5463351" y="8663412"/>
            <a:ext cx="1508050" cy="1133455"/>
            <a:chOff x="5463351" y="8663412"/>
            <a:chExt cx="1508050" cy="1133455"/>
          </a:xfrm>
        </p:grpSpPr>
        <p:sp>
          <p:nvSpPr>
            <p:cNvPr id="58" name="VectorPath 58"/>
            <p:cNvSpPr/>
            <p:nvPr/>
          </p:nvSpPr>
          <p:spPr>
            <a:xfrm>
              <a:off x="5463351" y="8663412"/>
              <a:ext cx="1508050" cy="1133455"/>
            </a:xfrm>
            <a:custGeom>
              <a:rect l="l" t="t" r="r" b="b"/>
              <a:pathLst>
                <a:path w="1508050" h="1133455">
                  <a:moveTo>
                    <a:pt x="1387783" y="176638"/>
                  </a:moveTo>
                  <a:cubicBezTo>
                    <a:pt x="1413369" y="179449"/>
                    <a:pt x="1433765" y="199845"/>
                    <a:pt x="1436575" y="225431"/>
                  </a:cubicBezTo>
                  <a:lnTo>
                    <a:pt x="1436767" y="231013"/>
                  </a:lnTo>
                  <a:lnTo>
                    <a:pt x="1436767" y="1058799"/>
                  </a:lnTo>
                  <a:lnTo>
                    <a:pt x="1508050" y="1058799"/>
                  </a:lnTo>
                  <a:cubicBezTo>
                    <a:pt x="1508050" y="1097384"/>
                    <a:pt x="1478761" y="1129143"/>
                    <a:pt x="1441307" y="1133194"/>
                  </a:cubicBezTo>
                  <a:lnTo>
                    <a:pt x="1433692" y="1133455"/>
                  </a:lnTo>
                  <a:lnTo>
                    <a:pt x="74358" y="1133455"/>
                  </a:lnTo>
                  <a:cubicBezTo>
                    <a:pt x="33371" y="1133295"/>
                    <a:pt x="161" y="1100114"/>
                    <a:pt x="0" y="1059098"/>
                  </a:cubicBezTo>
                  <a:lnTo>
                    <a:pt x="0" y="1058799"/>
                  </a:lnTo>
                  <a:lnTo>
                    <a:pt x="71283" y="1058799"/>
                  </a:lnTo>
                  <a:lnTo>
                    <a:pt x="71283" y="231013"/>
                  </a:lnTo>
                  <a:cubicBezTo>
                    <a:pt x="71434" y="202810"/>
                    <a:pt x="92871" y="179639"/>
                    <a:pt x="120267" y="176638"/>
                  </a:cubicBezTo>
                  <a:lnTo>
                    <a:pt x="125850" y="176447"/>
                  </a:lnTo>
                  <a:lnTo>
                    <a:pt x="1382200" y="176447"/>
                  </a:lnTo>
                  <a:moveTo>
                    <a:pt x="781793" y="130"/>
                  </a:moveTo>
                  <a:cubicBezTo>
                    <a:pt x="950905" y="4273"/>
                    <a:pt x="1104760" y="70134"/>
                    <a:pt x="1221592" y="176037"/>
                  </a:cubicBezTo>
                  <a:lnTo>
                    <a:pt x="1221813" y="176238"/>
                  </a:lnTo>
                  <a:lnTo>
                    <a:pt x="765070" y="176238"/>
                  </a:lnTo>
                  <a:lnTo>
                    <a:pt x="765070" y="0"/>
                  </a:lnTo>
                  <a:lnTo>
                    <a:pt x="765368" y="0"/>
                  </a:lnTo>
                </a:path>
              </a:pathLst>
            </a:custGeom>
            <a:solidFill>
              <a:srgbClr val="80B2E8">
                <a:alpha val="100000"/>
              </a:srgbClr>
            </a:solidFill>
          </p:spPr>
        </p:sp>
        <p:sp>
          <p:nvSpPr>
            <p:cNvPr id="59" name="VectorPath 59"/>
            <p:cNvSpPr/>
            <p:nvPr/>
          </p:nvSpPr>
          <p:spPr>
            <a:xfrm>
              <a:off x="5585141" y="8900574"/>
              <a:ext cx="1264500" cy="702652"/>
            </a:xfrm>
            <a:custGeom>
              <a:rect l="l" t="t" r="r" b="b"/>
              <a:pathLst>
                <a:path w="1264500" h="702652">
                  <a:moveTo>
                    <a:pt x="1264500" y="702652"/>
                  </a:moveTo>
                  <a:lnTo>
                    <a:pt x="0" y="702652"/>
                  </a:lnTo>
                  <a:lnTo>
                    <a:pt x="0" y="34000"/>
                  </a:lnTo>
                  <a:lnTo>
                    <a:pt x="664447" y="34000"/>
                  </a:lnTo>
                  <a:lnTo>
                    <a:pt x="667755" y="33762"/>
                  </a:lnTo>
                  <a:cubicBezTo>
                    <a:pt x="675169" y="32027"/>
                    <a:pt x="680801" y="25191"/>
                    <a:pt x="680801" y="16920"/>
                  </a:cubicBezTo>
                  <a:lnTo>
                    <a:pt x="681033" y="13502"/>
                  </a:lnTo>
                  <a:cubicBezTo>
                    <a:pt x="681796" y="10255"/>
                    <a:pt x="683397" y="7292"/>
                    <a:pt x="685697" y="4924"/>
                  </a:cubicBezTo>
                  <a:lnTo>
                    <a:pt x="688044" y="2805"/>
                  </a:lnTo>
                  <a:cubicBezTo>
                    <a:pt x="690726" y="1095"/>
                    <a:pt x="693871" y="48"/>
                    <a:pt x="697247" y="30"/>
                  </a:cubicBezTo>
                  <a:lnTo>
                    <a:pt x="1264500" y="3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60" name="VectorPath 60"/>
            <p:cNvSpPr/>
            <p:nvPr/>
          </p:nvSpPr>
          <p:spPr>
            <a:xfrm>
              <a:off x="5706723" y="9085200"/>
              <a:ext cx="1002471" cy="432206"/>
            </a:xfrm>
            <a:custGeom>
              <a:rect l="l" t="t" r="r" b="b"/>
              <a:pathLst>
                <a:path w="1002471" h="432206">
                  <a:moveTo>
                    <a:pt x="420266" y="34926"/>
                  </a:moveTo>
                  <a:cubicBezTo>
                    <a:pt x="440686" y="35145"/>
                    <a:pt x="457240" y="51700"/>
                    <a:pt x="457400" y="72149"/>
                  </a:cubicBezTo>
                  <a:lnTo>
                    <a:pt x="457400" y="432206"/>
                  </a:lnTo>
                  <a:lnTo>
                    <a:pt x="0" y="432206"/>
                  </a:lnTo>
                  <a:lnTo>
                    <a:pt x="0" y="335670"/>
                  </a:lnTo>
                  <a:lnTo>
                    <a:pt x="76238" y="335670"/>
                  </a:lnTo>
                  <a:lnTo>
                    <a:pt x="80033" y="335538"/>
                  </a:lnTo>
                  <a:cubicBezTo>
                    <a:pt x="98668" y="333452"/>
                    <a:pt x="113252" y="317694"/>
                    <a:pt x="113402" y="298506"/>
                  </a:cubicBezTo>
                  <a:lnTo>
                    <a:pt x="113402" y="217849"/>
                  </a:lnTo>
                  <a:lnTo>
                    <a:pt x="113533" y="214055"/>
                  </a:lnTo>
                  <a:cubicBezTo>
                    <a:pt x="115620" y="195420"/>
                    <a:pt x="131378" y="180836"/>
                    <a:pt x="150566" y="180685"/>
                  </a:cubicBezTo>
                  <a:lnTo>
                    <a:pt x="267073" y="180685"/>
                  </a:lnTo>
                  <a:lnTo>
                    <a:pt x="270867" y="180554"/>
                  </a:lnTo>
                  <a:cubicBezTo>
                    <a:pt x="289502" y="178468"/>
                    <a:pt x="304086" y="162709"/>
                    <a:pt x="304237" y="143521"/>
                  </a:cubicBezTo>
                  <a:lnTo>
                    <a:pt x="304237" y="72089"/>
                  </a:lnTo>
                  <a:lnTo>
                    <a:pt x="304368" y="68295"/>
                  </a:lnTo>
                  <a:cubicBezTo>
                    <a:pt x="306455" y="49660"/>
                    <a:pt x="322213" y="35076"/>
                    <a:pt x="341400" y="34925"/>
                  </a:cubicBezTo>
                  <a:lnTo>
                    <a:pt x="419967" y="34925"/>
                  </a:lnTo>
                  <a:moveTo>
                    <a:pt x="710294" y="432206"/>
                  </a:moveTo>
                  <a:lnTo>
                    <a:pt x="613339" y="432206"/>
                  </a:lnTo>
                  <a:lnTo>
                    <a:pt x="613339" y="171641"/>
                  </a:lnTo>
                  <a:lnTo>
                    <a:pt x="710294" y="171641"/>
                  </a:lnTo>
                  <a:moveTo>
                    <a:pt x="856382" y="432206"/>
                  </a:moveTo>
                  <a:lnTo>
                    <a:pt x="759428" y="432206"/>
                  </a:lnTo>
                  <a:lnTo>
                    <a:pt x="759428" y="102805"/>
                  </a:lnTo>
                  <a:lnTo>
                    <a:pt x="856382" y="102805"/>
                  </a:lnTo>
                  <a:moveTo>
                    <a:pt x="1002471" y="432206"/>
                  </a:moveTo>
                  <a:lnTo>
                    <a:pt x="905516" y="432206"/>
                  </a:lnTo>
                  <a:lnTo>
                    <a:pt x="905516" y="0"/>
                  </a:lnTo>
                  <a:lnTo>
                    <a:pt x="1002471" y="0"/>
                  </a:lnTo>
                </a:path>
              </a:pathLst>
            </a:custGeom>
            <a:solidFill>
              <a:srgbClr val="D2EDFF">
                <a:alpha val="100000"/>
              </a:srgbClr>
            </a:solidFill>
          </p:spPr>
        </p:sp>
      </p:grpSp>
      <p:pic>
        <p:nvPicPr>
          <p:cNvPr id="61" name="0263A06D-4D2D-4BA5-B3E1-C03F1093C70D"/>
          <p:cNvPicPr>
            <a:picLocks noChangeAspect="1"/>
          </p:cNvPicPr>
          <p:nvPr/>
        </p:nvPicPr>
        <p:blipFill>
          <a:blip r:embed="rId4" cstate="print">
            <a:extLst>
              <a:ext uri="{64C79800-5D83-47D5-264E-1ABC7AE08460}"/>
            </a:extLst>
          </a:blip>
          <a:srcRect/>
          <a:stretch>
            <a:fillRect/>
          </a:stretch>
        </p:blipFill>
        <p:spPr>
          <a:xfrm>
            <a:off x="5458873" y="8658934"/>
            <a:ext cx="1524000" cy="1285875"/>
          </a:xfrm>
          <a:prstGeom prst="rect">
            <a:avLst/>
          </a:prstGeom>
        </p:spPr>
      </p:pic>
      <p:grpSp>
        <p:nvGrpSpPr>
          <p:cNvPr id="62" name="Combination 62"/>
          <p:cNvGrpSpPr/>
          <p:nvPr/>
        </p:nvGrpSpPr>
        <p:grpSpPr>
          <a:xfrm>
            <a:off x="746424" y="673887"/>
            <a:ext cx="3592959" cy="33175"/>
            <a:chOff x="746424" y="673887"/>
            <a:chExt cx="3592959" cy="33175"/>
          </a:xfrm>
        </p:grpSpPr>
        <p:sp>
          <p:nvSpPr>
            <p:cNvPr id="63" name="VectorPath 63"/>
            <p:cNvSpPr/>
            <p:nvPr/>
          </p:nvSpPr>
          <p:spPr>
            <a:xfrm>
              <a:off x="746424" y="673887"/>
              <a:ext cx="3592959" cy="28626"/>
            </a:xfrm>
            <a:custGeom>
              <a:rect l="l" t="t" r="r" b="b"/>
              <a:pathLst>
                <a:path w="3592959" h="28626">
                  <a:moveTo>
                    <a:pt x="9550" y="9551"/>
                  </a:moveTo>
                  <a:lnTo>
                    <a:pt x="3583409" y="19076"/>
                  </a:lnTo>
                </a:path>
              </a:pathLst>
            </a:custGeom>
            <a:ln w="19050" cap="flat" cmpd="sng">
              <a:solidFill>
                <a:srgbClr val="D2EDFF">
                  <a:alpha val="100000"/>
                </a:srgbClr>
              </a:solidFill>
              <a:miter lim="400000"/>
            </a:ln>
          </p:spPr>
        </p:sp>
        <p:sp>
          <p:nvSpPr>
            <p:cNvPr id="64" name="VectorPath 64"/>
            <p:cNvSpPr/>
            <p:nvPr/>
          </p:nvSpPr>
          <p:spPr>
            <a:xfrm>
              <a:off x="755949" y="678487"/>
              <a:ext cx="3573909" cy="28575"/>
            </a:xfrm>
            <a:custGeom>
              <a:rect l="l" t="t" r="r" b="b"/>
              <a:pathLst>
                <a:path w="3573909" h="28575">
                  <a:moveTo>
                    <a:pt x="0" y="28575"/>
                  </a:moveTo>
                  <a:lnTo>
                    <a:pt x="3573909" y="28575"/>
                  </a:lnTo>
                  <a:lnTo>
                    <a:pt x="3573909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5" name="Combination 65"/>
          <p:cNvGrpSpPr/>
          <p:nvPr/>
        </p:nvGrpSpPr>
        <p:grpSpPr>
          <a:xfrm>
            <a:off x="826332" y="1968598"/>
            <a:ext cx="2243107" cy="33191"/>
            <a:chOff x="826332" y="1968598"/>
            <a:chExt cx="2243107" cy="33191"/>
          </a:xfrm>
        </p:grpSpPr>
        <p:sp>
          <p:nvSpPr>
            <p:cNvPr id="66" name="VectorPath 66"/>
            <p:cNvSpPr/>
            <p:nvPr/>
          </p:nvSpPr>
          <p:spPr>
            <a:xfrm>
              <a:off x="826332" y="1968598"/>
              <a:ext cx="2243107" cy="28656"/>
            </a:xfrm>
            <a:custGeom>
              <a:rect l="l" t="t" r="r" b="b"/>
              <a:pathLst>
                <a:path w="2243107" h="28656">
                  <a:moveTo>
                    <a:pt x="9566" y="9566"/>
                  </a:moveTo>
                  <a:lnTo>
                    <a:pt x="2233541" y="19091"/>
                  </a:lnTo>
                </a:path>
              </a:pathLst>
            </a:custGeom>
            <a:ln w="19050" cap="flat" cmpd="sng">
              <a:solidFill>
                <a:srgbClr val="80B2E8">
                  <a:alpha val="100000"/>
                </a:srgbClr>
              </a:solidFill>
              <a:miter lim="400000"/>
            </a:ln>
          </p:spPr>
        </p:sp>
        <p:sp>
          <p:nvSpPr>
            <p:cNvPr id="67" name="VectorPath 67"/>
            <p:cNvSpPr/>
            <p:nvPr/>
          </p:nvSpPr>
          <p:spPr>
            <a:xfrm>
              <a:off x="835857" y="1973214"/>
              <a:ext cx="2224057" cy="28575"/>
            </a:xfrm>
            <a:custGeom>
              <a:rect l="l" t="t" r="r" b="b"/>
              <a:pathLst>
                <a:path w="2224057" h="28575">
                  <a:moveTo>
                    <a:pt x="0" y="28575"/>
                  </a:moveTo>
                  <a:lnTo>
                    <a:pt x="2224057" y="28575"/>
                  </a:lnTo>
                  <a:lnTo>
                    <a:pt x="2224057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68" name="TextBox68"/>
          <p:cNvSpPr txBox="1"/>
          <p:nvPr/>
        </p:nvSpPr>
        <p:spPr>
          <a:xfrm>
            <a:off x="826332" y="2162763"/>
            <a:ext cx="2737999" cy="1827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8209" marR="0" indent="0" eaLnBrk="0" algn="just">
              <a:lnSpc>
                <a:spcPct val="100000"/>
              </a:lnSpc>
              <a:tabLst>
                <a:tab pos="2737999" algn="r"/>
              </a:tabLst>
            </a:pPr>
            <a:r>
              <a:rPr lang="en-US" altLang="zh-CN" sz="1200" kern="0" spc="1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200" kern="0" spc="4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</a:t>
            </a:r>
            <a:r>
              <a:rPr baseline="0" lang="en-US" altLang="zh-CN" sz="1200" kern="0" spc="4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used</a:t>
            </a:r>
            <a:r>
              <a:rPr baseline="0" lang="en-US" altLang="zh-CN" sz="1200" kern="0" spc="4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200" kern="0" spc="4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200" kern="0" spc="4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200" kern="0" spc="9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nalys</a:t>
            </a:r>
            <a:r>
              <a:rPr lang="en-US" altLang="zh-CN" sz="1200" kern="0" spc="8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200" kern="0" spc="7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69" name="TextBox69"/>
          <p:cNvSpPr txBox="1"/>
          <p:nvPr/>
        </p:nvSpPr>
        <p:spPr>
          <a:xfrm>
            <a:off x="755949" y="1140520"/>
            <a:ext cx="5279838" cy="24718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</a:t>
            </a: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</a:p>
          <a:p>
            <a:pPr marL="0" marR="0" indent="0" eaLnBrk="0">
              <a:lnSpc>
                <a:spcPct val="25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874450" marR="0" indent="0" eaLnBrk="0">
              <a:lnSpc>
                <a:spcPct val="99305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contains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information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5,000</a:t>
            </a:r>
          </a:p>
          <a:p>
            <a:pPr marL="248982" marR="20397" indent="77539" eaLnBrk="0">
              <a:lnSpc>
                <a:spcPct val="99057"/>
              </a:lnSpc>
              <a:spcBef>
                <a:spcPts val="8"/>
              </a:spcBef>
              <a:spcAft>
                <a:spcPts val="2"/>
              </a:spcAft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ts,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including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attributes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such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ID,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first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name,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last</a:t>
            </a:r>
            <a:r>
              <a:rPr baseline="0" lang="en-US" altLang="zh-CN" sz="1200" kern="0" spc="7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me,</a:t>
            </a:r>
            <a:r>
              <a:rPr baseline="0" lang="en-US" altLang="zh-CN" sz="1200" kern="0" spc="7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email,</a:t>
            </a:r>
            <a:r>
              <a:rPr baseline="0" lang="en-US" altLang="zh-CN" sz="1200" kern="0" spc="7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gender,</a:t>
            </a:r>
            <a:r>
              <a:rPr baseline="0" lang="en-US" altLang="zh-CN" sz="1200" kern="0" spc="7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age,</a:t>
            </a:r>
            <a:r>
              <a:rPr baseline="0" lang="en-US" altLang="zh-CN" sz="1200" kern="0" spc="7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department,</a:t>
            </a:r>
            <a:r>
              <a:rPr baseline="0" lang="en-US" altLang="zh-CN" sz="1200" kern="0" spc="7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attendance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percentag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e,</a:t>
            </a:r>
            <a:r>
              <a:rPr baseline="0" lang="en-US" altLang="zh-CN" sz="1200" kern="0" spc="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</a:t>
            </a:r>
            <a:r>
              <a:rPr baseline="0" lang="en-US" altLang="zh-CN" sz="1200" kern="0" spc="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score,</a:t>
            </a:r>
            <a:r>
              <a:rPr baseline="0" lang="en-US" altLang="zh-CN" sz="1200" kern="0" spc="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00" kern="0" spc="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score,</a:t>
            </a:r>
            <a:r>
              <a:rPr baseline="0" lang="en-US" altLang="zh-CN" sz="1200" kern="0" spc="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assignments</a:t>
            </a:r>
            <a:r>
              <a:rPr baseline="0" lang="en-US" altLang="zh-CN" sz="1200" kern="0" spc="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average,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quizze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2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average,</a:t>
            </a:r>
            <a:r>
              <a:rPr baseline="0" lang="en-US" altLang="zh-CN" sz="12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participation</a:t>
            </a:r>
            <a:r>
              <a:rPr baseline="0" lang="en-US" altLang="zh-CN" sz="12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score,</a:t>
            </a:r>
            <a:r>
              <a:rPr baseline="0" lang="en-US" altLang="zh-CN" sz="12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projects</a:t>
            </a:r>
            <a:r>
              <a:rPr baseline="0" lang="en-US" altLang="zh-CN" sz="12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score,</a:t>
            </a:r>
            <a:r>
              <a:rPr baseline="0" lang="en-US" altLang="zh-CN" sz="12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score,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week,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extracurricular</a:t>
            </a:r>
            <a:r>
              <a:rPr baseline="0" lang="en-US" altLang="zh-CN" sz="120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activities,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internet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access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ome,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level,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family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2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200" kern="0" spc="5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level,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level,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night.</a:t>
            </a:r>
          </a:p>
        </p:txBody>
      </p:sp>
    </p:spTree>
    <p:extLst>
      <p:ext uri="{2C15E9FD-87FD-4F2D-0B40-71E99AE86A55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8DCBAB9D-DAE4-418A-5350-684BE4F25EFC"/>
          <p:cNvPicPr>
            <a:picLocks noChangeAspect="1"/>
          </p:cNvPicPr>
          <p:nvPr/>
        </p:nvPicPr>
        <p:blipFill>
          <a:blip r:embed="rId2" cstate="print">
            <a:extLst>
              <a:ext uri="{A72BDA93-C3ED-4E39-B4C4-C5D3CC532F51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71" name="Combination 71"/>
          <p:cNvGrpSpPr/>
          <p:nvPr/>
        </p:nvGrpSpPr>
        <p:grpSpPr>
          <a:xfrm>
            <a:off x="746424" y="673887"/>
            <a:ext cx="3592959" cy="33175"/>
            <a:chOff x="746424" y="673887"/>
            <a:chExt cx="3592959" cy="33175"/>
          </a:xfrm>
        </p:grpSpPr>
        <p:sp>
          <p:nvSpPr>
            <p:cNvPr id="72" name="VectorPath 72"/>
            <p:cNvSpPr/>
            <p:nvPr/>
          </p:nvSpPr>
          <p:spPr>
            <a:xfrm>
              <a:off x="746424" y="673887"/>
              <a:ext cx="3592959" cy="28626"/>
            </a:xfrm>
            <a:custGeom>
              <a:rect l="l" t="t" r="r" b="b"/>
              <a:pathLst>
                <a:path w="3592959" h="28626">
                  <a:moveTo>
                    <a:pt x="9550" y="9551"/>
                  </a:moveTo>
                  <a:lnTo>
                    <a:pt x="3583409" y="19076"/>
                  </a:lnTo>
                </a:path>
              </a:pathLst>
            </a:custGeom>
            <a:ln w="19050" cap="flat" cmpd="sng">
              <a:solidFill>
                <a:srgbClr val="D2EDFF">
                  <a:alpha val="100000"/>
                </a:srgbClr>
              </a:solidFill>
              <a:miter lim="400000"/>
            </a:ln>
          </p:spPr>
        </p:sp>
        <p:sp>
          <p:nvSpPr>
            <p:cNvPr id="73" name="VectorPath 73"/>
            <p:cNvSpPr/>
            <p:nvPr/>
          </p:nvSpPr>
          <p:spPr>
            <a:xfrm>
              <a:off x="755949" y="678487"/>
              <a:ext cx="3573909" cy="28575"/>
            </a:xfrm>
            <a:custGeom>
              <a:rect l="l" t="t" r="r" b="b"/>
              <a:pathLst>
                <a:path w="3573909" h="28575">
                  <a:moveTo>
                    <a:pt x="0" y="28575"/>
                  </a:moveTo>
                  <a:lnTo>
                    <a:pt x="3573909" y="28575"/>
                  </a:lnTo>
                  <a:lnTo>
                    <a:pt x="3573909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4" name="TextBox74"/>
          <p:cNvSpPr txBox="1"/>
          <p:nvPr/>
        </p:nvSpPr>
        <p:spPr>
          <a:xfrm>
            <a:off x="755949" y="1140520"/>
            <a:ext cx="5280007" cy="30566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7386"/>
              </a:lnSpc>
            </a:pP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1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lang="en-US" altLang="zh-CN" sz="41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  <a:p>
            <a:pPr marL="0" marR="0" indent="0" eaLnBrk="0">
              <a:lnSpc>
                <a:spcPct val="99195"/>
              </a:lnSpc>
            </a:pP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3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SS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</a:p>
          <a:p>
            <a:pPr marL="0" marR="0" indent="0" eaLnBrk="0">
              <a:lnSpc>
                <a:spcPct val="23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51" marR="0" indent="0" eaLnBrk="0">
              <a:lnSpc>
                <a:spcPct val="98873"/>
              </a:lnSpc>
              <a:spcAft>
                <a:spcPts val="677"/>
              </a:spcAft>
            </a:pP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1-Loading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</a:t>
            </a:r>
          </a:p>
          <a:p>
            <a:pPr marL="254609" marR="2886741" indent="144661" eaLnBrk="0">
              <a:lnSpc>
                <a:spcPct val="99131"/>
              </a:lnSpc>
              <a:spcBef>
                <a:spcPts val="11"/>
              </a:spcBef>
              <a:spcAft>
                <a:spcPts val="2"/>
              </a:spcAft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aset</a:t>
            </a:r>
            <a:r>
              <a:rPr baseline="0" lang="en-US" altLang="zh-CN" sz="120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20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loaded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using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Pandas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library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Pyt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hon.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initial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rows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taset</a:t>
            </a:r>
            <a:r>
              <a:rPr baseline="0" lang="en-US" altLang="zh-CN" sz="120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20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inspected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200" kern="0" spc="9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understand</a:t>
            </a:r>
            <a:r>
              <a:rPr baseline="0" lang="en-US" altLang="zh-CN" sz="1200" kern="0" spc="9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its</a:t>
            </a:r>
            <a:r>
              <a:rPr baseline="0" lang="en-US" altLang="zh-CN" sz="1200" kern="0" spc="9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structure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2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200" kern="0" spc="4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content.</a:t>
            </a:r>
          </a:p>
        </p:txBody>
      </p:sp>
      <p:pic>
        <p:nvPicPr>
          <p:cNvPr id="75" name="CF261A8C-098B-457D-8301-B4E974037905"/>
          <p:cNvPicPr>
            <a:picLocks noChangeAspect="1"/>
          </p:cNvPicPr>
          <p:nvPr/>
        </p:nvPicPr>
        <p:blipFill>
          <a:blip r:embed="rId3" cstate="print">
            <a:extLst>
              <a:ext uri="{43936ED7-2A2F-44E5-6779-E0569C752CE8}"/>
            </a:extLst>
          </a:blip>
          <a:srcRect/>
          <a:stretch>
            <a:fillRect/>
          </a:stretch>
        </p:blipFill>
        <p:spPr>
          <a:xfrm>
            <a:off x="4421027" y="0"/>
            <a:ext cx="3143250" cy="5543550"/>
          </a:xfrm>
          <a:prstGeom prst="rect">
            <a:avLst/>
          </a:prstGeom>
        </p:spPr>
      </p:pic>
      <p:pic>
        <p:nvPicPr>
          <p:cNvPr id="76" name="5E80AF19-9B31-4E0D-DCD6-5A5B01F5525B"/>
          <p:cNvPicPr>
            <a:picLocks noChangeAspect="1"/>
          </p:cNvPicPr>
          <p:nvPr/>
        </p:nvPicPr>
        <p:blipFill>
          <a:blip r:embed="rId4" cstate="print">
            <a:extLst>
              <a:ext uri="{A462AB83-5436-4E96-7FFF-B54DD1953892}"/>
            </a:extLst>
          </a:blip>
          <a:stretch>
            <a:fillRect/>
          </a:stretch>
        </p:blipFill>
        <p:spPr>
          <a:xfrm>
            <a:off x="1444110" y="4468308"/>
            <a:ext cx="4667250" cy="561975"/>
          </a:xfrm>
          <a:prstGeom prst="rect">
            <a:avLst/>
          </a:prstGeom>
        </p:spPr>
      </p:pic>
      <p:pic>
        <p:nvPicPr>
          <p:cNvPr id="77" name="65F11F62-36ED-4EAB-FF6A-7CEB28747884"/>
          <p:cNvPicPr>
            <a:picLocks noChangeAspect="1"/>
          </p:cNvPicPr>
          <p:nvPr/>
        </p:nvPicPr>
        <p:blipFill>
          <a:blip r:embed="rId5" cstate="print">
            <a:extLst>
              <a:ext uri="{821BFCF2-55C9-4F14-3A7E-6358922D9F3C}"/>
            </a:extLst>
          </a:blip>
          <a:srcRect/>
          <a:stretch>
            <a:fillRect/>
          </a:stretch>
        </p:blipFill>
        <p:spPr>
          <a:xfrm>
            <a:off x="4055378" y="2768581"/>
            <a:ext cx="1876425" cy="1466850"/>
          </a:xfrm>
          <a:prstGeom prst="rect">
            <a:avLst/>
          </a:prstGeom>
        </p:spPr>
      </p:pic>
      <p:pic>
        <p:nvPicPr>
          <p:cNvPr id="78" name="323338C7-BF0E-4450-0CB1-4B7886C6B948"/>
          <p:cNvPicPr>
            <a:picLocks noChangeAspect="1"/>
          </p:cNvPicPr>
          <p:nvPr/>
        </p:nvPicPr>
        <p:blipFill>
          <a:blip r:embed="rId6" cstate="print">
            <a:extLst>
              <a:ext uri="{4DD9B30C-956B-4140-7AA6-29270D810506}"/>
            </a:extLst>
          </a:blip>
          <a:srcRect/>
          <a:stretch>
            <a:fillRect/>
          </a:stretch>
        </p:blipFill>
        <p:spPr>
          <a:xfrm>
            <a:off x="944169" y="6084552"/>
            <a:ext cx="6000750" cy="3981450"/>
          </a:xfrm>
          <a:prstGeom prst="rect">
            <a:avLst/>
          </a:prstGeom>
        </p:spPr>
      </p:pic>
      <p:sp>
        <p:nvSpPr>
          <p:cNvPr id="79" name="TextBox79"/>
          <p:cNvSpPr txBox="1"/>
          <p:nvPr/>
        </p:nvSpPr>
        <p:spPr>
          <a:xfrm>
            <a:off x="3780000" y="5567707"/>
            <a:ext cx="2979223" cy="17999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2-Initial</a:t>
            </a:r>
            <a:r>
              <a:rPr baseline="0" lang="en-US" altLang="zh-CN" sz="1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9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9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Exploration</a:t>
            </a:r>
          </a:p>
          <a:p>
            <a:pPr marL="0" marR="0" indent="0" eaLnBrk="0">
              <a:lnSpc>
                <a:spcPct val="27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4304" marR="0" indent="26194" eaLnBrk="0">
              <a:lnSpc>
                <a:spcPct val="99131"/>
              </a:lnSpc>
              <a:spcBef>
                <a:spcPts val="11"/>
              </a:spcBef>
              <a:spcAft>
                <a:spcPts val="2"/>
              </a:spcAft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asic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information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about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dataset,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such</a:t>
            </a:r>
            <a:r>
              <a:rPr baseline="0" lang="en-US" altLang="zh-CN" sz="1200" kern="0" spc="3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200" kern="0" spc="3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3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number</a:t>
            </a:r>
            <a:r>
              <a:rPr baseline="0" lang="en-US" altLang="zh-CN" sz="1200" kern="0" spc="3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3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entries,</a:t>
            </a:r>
            <a:r>
              <a:rPr baseline="0" lang="en-US" altLang="zh-CN" sz="1200" kern="0" spc="3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typ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es,</a:t>
            </a:r>
            <a:r>
              <a:rPr baseline="0" lang="en-US" altLang="zh-CN" sz="1200" kern="0" spc="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00" kern="0" spc="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200" kern="0" spc="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values,</a:t>
            </a:r>
            <a:r>
              <a:rPr baseline="0" lang="en-US" altLang="zh-CN" sz="1200" kern="0" spc="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amined.</a:t>
            </a:r>
            <a:r>
              <a:rPr baseline="0" lang="en-US" altLang="zh-CN" sz="120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Descriptive</a:t>
            </a:r>
            <a:r>
              <a:rPr baseline="0" lang="en-US" altLang="zh-CN" sz="120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statistics</a:t>
            </a:r>
            <a:r>
              <a:rPr baseline="0" lang="en-US" altLang="zh-CN" sz="120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als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2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generated</a:t>
            </a:r>
            <a:r>
              <a:rPr baseline="0" lang="en-US" altLang="zh-CN" sz="12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2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understand</a:t>
            </a:r>
            <a:r>
              <a:rPr baseline="0" lang="en-US" altLang="zh-CN" sz="12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numerical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variables.</a:t>
            </a:r>
          </a:p>
        </p:txBody>
      </p:sp>
    </p:spTree>
    <p:extLst>
      <p:ext uri="{661D1314-44C2-40C9-C64F-31CFA3DABA9F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4AD359B0-8F17-4997-9D31-1BE9F8EF02C3"/>
          <p:cNvPicPr>
            <a:picLocks noChangeAspect="1"/>
          </p:cNvPicPr>
          <p:nvPr/>
        </p:nvPicPr>
        <p:blipFill>
          <a:blip r:embed="rId2" cstate="print">
            <a:extLst>
              <a:ext uri="{13203E09-D0AD-447F-DBB4-865F1DB1D61F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81" name="Combination 81"/>
          <p:cNvGrpSpPr/>
          <p:nvPr/>
        </p:nvGrpSpPr>
        <p:grpSpPr>
          <a:xfrm>
            <a:off x="746424" y="673887"/>
            <a:ext cx="3592959" cy="33175"/>
            <a:chOff x="746424" y="673887"/>
            <a:chExt cx="3592959" cy="33175"/>
          </a:xfrm>
        </p:grpSpPr>
        <p:sp>
          <p:nvSpPr>
            <p:cNvPr id="82" name="VectorPath 82"/>
            <p:cNvSpPr/>
            <p:nvPr/>
          </p:nvSpPr>
          <p:spPr>
            <a:xfrm>
              <a:off x="746424" y="673887"/>
              <a:ext cx="3592959" cy="28626"/>
            </a:xfrm>
            <a:custGeom>
              <a:rect l="l" t="t" r="r" b="b"/>
              <a:pathLst>
                <a:path w="3592959" h="28626">
                  <a:moveTo>
                    <a:pt x="9550" y="9551"/>
                  </a:moveTo>
                  <a:lnTo>
                    <a:pt x="3583409" y="19076"/>
                  </a:lnTo>
                </a:path>
              </a:pathLst>
            </a:custGeom>
            <a:ln w="19050" cap="flat" cmpd="sng">
              <a:solidFill>
                <a:srgbClr val="D2EDFF">
                  <a:alpha val="100000"/>
                </a:srgbClr>
              </a:solidFill>
              <a:miter lim="400000"/>
            </a:ln>
          </p:spPr>
        </p:sp>
        <p:sp>
          <p:nvSpPr>
            <p:cNvPr id="83" name="VectorPath 83"/>
            <p:cNvSpPr/>
            <p:nvPr/>
          </p:nvSpPr>
          <p:spPr>
            <a:xfrm>
              <a:off x="755949" y="678487"/>
              <a:ext cx="3573909" cy="28575"/>
            </a:xfrm>
            <a:custGeom>
              <a:rect l="l" t="t" r="r" b="b"/>
              <a:pathLst>
                <a:path w="3573909" h="28575">
                  <a:moveTo>
                    <a:pt x="0" y="28575"/>
                  </a:moveTo>
                  <a:lnTo>
                    <a:pt x="3573909" y="28575"/>
                  </a:lnTo>
                  <a:lnTo>
                    <a:pt x="3573909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pic>
        <p:nvPicPr>
          <p:cNvPr id="84" name="FC69DD94-EDA2-486C-7E3C-68576162995E"/>
          <p:cNvPicPr>
            <a:picLocks noChangeAspect="1"/>
          </p:cNvPicPr>
          <p:nvPr/>
        </p:nvPicPr>
        <p:blipFill>
          <a:blip r:embed="rId3" cstate="print">
            <a:extLst>
              <a:ext uri="{85889804-BE9B-4E3B-286A-89E2104D2045}"/>
            </a:extLst>
          </a:blip>
          <a:srcRect/>
          <a:stretch>
            <a:fillRect/>
          </a:stretch>
        </p:blipFill>
        <p:spPr>
          <a:xfrm>
            <a:off x="4421027" y="0"/>
            <a:ext cx="3143250" cy="5543550"/>
          </a:xfrm>
          <a:prstGeom prst="rect">
            <a:avLst/>
          </a:prstGeom>
        </p:spPr>
      </p:pic>
      <p:pic>
        <p:nvPicPr>
          <p:cNvPr id="85" name="9E8312AE-8E38-499A-DEF5-FD13C38362A4"/>
          <p:cNvPicPr>
            <a:picLocks noChangeAspect="1"/>
          </p:cNvPicPr>
          <p:nvPr/>
        </p:nvPicPr>
        <p:blipFill>
          <a:blip r:embed="rId4" cstate="print">
            <a:extLst>
              <a:ext uri="{9276C2B4-A591-457B-D489-D059D10C864B}"/>
            </a:extLst>
          </a:blip>
          <a:srcRect/>
          <a:stretch>
            <a:fillRect/>
          </a:stretch>
        </p:blipFill>
        <p:spPr>
          <a:xfrm>
            <a:off x="3494312" y="6600441"/>
            <a:ext cx="3857625" cy="3048000"/>
          </a:xfrm>
          <a:prstGeom prst="rect">
            <a:avLst/>
          </a:prstGeom>
        </p:spPr>
      </p:pic>
      <p:pic>
        <p:nvPicPr>
          <p:cNvPr id="86" name="965061D7-A754-46E0-F90A-3EA36D09233A"/>
          <p:cNvPicPr>
            <a:picLocks noChangeAspect="1"/>
          </p:cNvPicPr>
          <p:nvPr/>
        </p:nvPicPr>
        <p:blipFill>
          <a:blip r:embed="rId5" cstate="print">
            <a:extLst>
              <a:ext uri="{B6C29FC0-9A3F-403C-91D3-63F8C2347C50}"/>
            </a:extLst>
          </a:blip>
          <a:srcRect/>
          <a:stretch>
            <a:fillRect/>
          </a:stretch>
        </p:blipFill>
        <p:spPr>
          <a:xfrm>
            <a:off x="5914097" y="5813542"/>
            <a:ext cx="914400" cy="790575"/>
          </a:xfrm>
          <a:prstGeom prst="rect">
            <a:avLst/>
          </a:prstGeom>
        </p:spPr>
      </p:pic>
      <p:grpSp>
        <p:nvGrpSpPr>
          <p:cNvPr id="87" name="Combination 87"/>
          <p:cNvGrpSpPr/>
          <p:nvPr/>
        </p:nvGrpSpPr>
        <p:grpSpPr>
          <a:xfrm>
            <a:off x="3494313" y="5818115"/>
            <a:ext cx="3856527" cy="3831934"/>
            <a:chOff x="3494313" y="5818115"/>
            <a:chExt cx="3856527" cy="3831934"/>
          </a:xfrm>
        </p:grpSpPr>
        <p:sp>
          <p:nvSpPr>
            <p:cNvPr id="88" name="VectorPath 88"/>
            <p:cNvSpPr/>
            <p:nvPr/>
          </p:nvSpPr>
          <p:spPr>
            <a:xfrm>
              <a:off x="6855051" y="5858628"/>
              <a:ext cx="322646" cy="633310"/>
            </a:xfrm>
            <a:custGeom>
              <a:rect l="l" t="t" r="r" b="b"/>
              <a:pathLst>
                <a:path w="322646" h="633310">
                  <a:moveTo>
                    <a:pt x="171335" y="2835"/>
                  </a:moveTo>
                  <a:cubicBezTo>
                    <a:pt x="181681" y="5348"/>
                    <a:pt x="191684" y="9649"/>
                    <a:pt x="201532" y="13527"/>
                  </a:cubicBezTo>
                  <a:lnTo>
                    <a:pt x="201870" y="13657"/>
                  </a:lnTo>
                  <a:cubicBezTo>
                    <a:pt x="235908" y="26980"/>
                    <a:pt x="258411" y="58511"/>
                    <a:pt x="273087" y="90714"/>
                  </a:cubicBezTo>
                  <a:lnTo>
                    <a:pt x="273176" y="90893"/>
                  </a:lnTo>
                  <a:cubicBezTo>
                    <a:pt x="277546" y="99781"/>
                    <a:pt x="281169" y="108989"/>
                    <a:pt x="285481" y="117876"/>
                  </a:cubicBezTo>
                  <a:lnTo>
                    <a:pt x="285505" y="117927"/>
                  </a:lnTo>
                  <a:cubicBezTo>
                    <a:pt x="286655" y="120472"/>
                    <a:pt x="287005" y="123125"/>
                    <a:pt x="286555" y="125889"/>
                  </a:cubicBezTo>
                  <a:lnTo>
                    <a:pt x="286546" y="125945"/>
                  </a:lnTo>
                  <a:cubicBezTo>
                    <a:pt x="286086" y="128701"/>
                    <a:pt x="284902" y="131102"/>
                    <a:pt x="282993" y="133147"/>
                  </a:cubicBezTo>
                  <a:lnTo>
                    <a:pt x="282744" y="133410"/>
                  </a:lnTo>
                  <a:cubicBezTo>
                    <a:pt x="268150" y="148765"/>
                    <a:pt x="250082" y="160272"/>
                    <a:pt x="233010" y="172916"/>
                  </a:cubicBezTo>
                  <a:lnTo>
                    <a:pt x="232959" y="172969"/>
                  </a:lnTo>
                  <a:cubicBezTo>
                    <a:pt x="230392" y="175556"/>
                    <a:pt x="227320" y="176476"/>
                    <a:pt x="223741" y="175731"/>
                  </a:cubicBezTo>
                  <a:lnTo>
                    <a:pt x="223550" y="175752"/>
                  </a:lnTo>
                  <a:cubicBezTo>
                    <a:pt x="214114" y="176633"/>
                    <a:pt x="210611" y="165755"/>
                    <a:pt x="208272" y="158496"/>
                  </a:cubicBezTo>
                  <a:lnTo>
                    <a:pt x="208161" y="158355"/>
                  </a:lnTo>
                  <a:cubicBezTo>
                    <a:pt x="202711" y="151312"/>
                    <a:pt x="199688" y="142760"/>
                    <a:pt x="194984" y="135393"/>
                  </a:cubicBezTo>
                  <a:lnTo>
                    <a:pt x="194686" y="135189"/>
                  </a:lnTo>
                  <a:cubicBezTo>
                    <a:pt x="176588" y="123110"/>
                    <a:pt x="153974" y="137004"/>
                    <a:pt x="142668" y="152476"/>
                  </a:cubicBezTo>
                  <a:lnTo>
                    <a:pt x="142484" y="152788"/>
                  </a:lnTo>
                  <a:cubicBezTo>
                    <a:pt x="127377" y="178559"/>
                    <a:pt x="127398" y="209795"/>
                    <a:pt x="121877" y="238477"/>
                  </a:cubicBezTo>
                  <a:lnTo>
                    <a:pt x="121838" y="238836"/>
                  </a:lnTo>
                  <a:cubicBezTo>
                    <a:pt x="117829" y="275918"/>
                    <a:pt x="117601" y="313025"/>
                    <a:pt x="121153" y="350156"/>
                  </a:cubicBezTo>
                  <a:lnTo>
                    <a:pt x="121204" y="350478"/>
                  </a:lnTo>
                  <a:cubicBezTo>
                    <a:pt x="123756" y="366489"/>
                    <a:pt x="127382" y="382353"/>
                    <a:pt x="128791" y="398521"/>
                  </a:cubicBezTo>
                  <a:lnTo>
                    <a:pt x="128838" y="398880"/>
                  </a:lnTo>
                  <a:cubicBezTo>
                    <a:pt x="132963" y="429878"/>
                    <a:pt x="144951" y="504020"/>
                    <a:pt x="189026" y="491591"/>
                  </a:cubicBezTo>
                  <a:lnTo>
                    <a:pt x="189384" y="491540"/>
                  </a:lnTo>
                  <a:cubicBezTo>
                    <a:pt x="209019" y="488716"/>
                    <a:pt x="225713" y="480137"/>
                    <a:pt x="239464" y="465803"/>
                  </a:cubicBezTo>
                  <a:lnTo>
                    <a:pt x="239602" y="465646"/>
                  </a:lnTo>
                  <a:cubicBezTo>
                    <a:pt x="246446" y="457813"/>
                    <a:pt x="251334" y="449257"/>
                    <a:pt x="257878" y="441391"/>
                  </a:cubicBezTo>
                  <a:lnTo>
                    <a:pt x="257925" y="441306"/>
                  </a:lnTo>
                  <a:cubicBezTo>
                    <a:pt x="260256" y="437094"/>
                    <a:pt x="263834" y="434853"/>
                    <a:pt x="268655" y="434582"/>
                  </a:cubicBezTo>
                  <a:lnTo>
                    <a:pt x="268843" y="434611"/>
                  </a:lnTo>
                  <a:cubicBezTo>
                    <a:pt x="278195" y="436063"/>
                    <a:pt x="286758" y="440690"/>
                    <a:pt x="295788" y="443442"/>
                  </a:cubicBezTo>
                  <a:lnTo>
                    <a:pt x="295987" y="443528"/>
                  </a:lnTo>
                  <a:cubicBezTo>
                    <a:pt x="305864" y="447741"/>
                    <a:pt x="319838" y="449995"/>
                    <a:pt x="322594" y="462086"/>
                  </a:cubicBezTo>
                  <a:lnTo>
                    <a:pt x="322646" y="462334"/>
                  </a:lnTo>
                  <a:lnTo>
                    <a:pt x="322640" y="462695"/>
                  </a:lnTo>
                  <a:cubicBezTo>
                    <a:pt x="322110" y="487616"/>
                    <a:pt x="313770" y="512056"/>
                    <a:pt x="305195" y="535289"/>
                  </a:cubicBezTo>
                  <a:lnTo>
                    <a:pt x="305078" y="535631"/>
                  </a:lnTo>
                  <a:cubicBezTo>
                    <a:pt x="298331" y="555220"/>
                    <a:pt x="285880" y="571489"/>
                    <a:pt x="273561" y="587844"/>
                  </a:cubicBezTo>
                  <a:lnTo>
                    <a:pt x="273314" y="588104"/>
                  </a:lnTo>
                  <a:cubicBezTo>
                    <a:pt x="260955" y="600971"/>
                    <a:pt x="241820" y="610204"/>
                    <a:pt x="225868" y="616424"/>
                  </a:cubicBezTo>
                  <a:lnTo>
                    <a:pt x="225565" y="616619"/>
                  </a:lnTo>
                  <a:cubicBezTo>
                    <a:pt x="209948" y="626562"/>
                    <a:pt x="192881" y="631136"/>
                    <a:pt x="174363" y="630341"/>
                  </a:cubicBezTo>
                  <a:lnTo>
                    <a:pt x="174157" y="630394"/>
                  </a:lnTo>
                  <a:cubicBezTo>
                    <a:pt x="163914" y="633021"/>
                    <a:pt x="153605" y="633296"/>
                    <a:pt x="143229" y="631217"/>
                  </a:cubicBezTo>
                  <a:lnTo>
                    <a:pt x="142869" y="631178"/>
                  </a:lnTo>
                  <a:cubicBezTo>
                    <a:pt x="110427" y="627645"/>
                    <a:pt x="77682" y="616710"/>
                    <a:pt x="59826" y="587475"/>
                  </a:cubicBezTo>
                  <a:lnTo>
                    <a:pt x="59591" y="587199"/>
                  </a:lnTo>
                  <a:cubicBezTo>
                    <a:pt x="29151" y="551406"/>
                    <a:pt x="24910" y="502147"/>
                    <a:pt x="13157" y="458474"/>
                  </a:cubicBezTo>
                  <a:lnTo>
                    <a:pt x="13091" y="458118"/>
                  </a:lnTo>
                  <a:cubicBezTo>
                    <a:pt x="4748" y="413733"/>
                    <a:pt x="2879" y="368337"/>
                    <a:pt x="2728" y="323254"/>
                  </a:cubicBezTo>
                  <a:lnTo>
                    <a:pt x="2722" y="322892"/>
                  </a:lnTo>
                  <a:cubicBezTo>
                    <a:pt x="2274" y="294999"/>
                    <a:pt x="12" y="266824"/>
                    <a:pt x="2749" y="239045"/>
                  </a:cubicBezTo>
                  <a:lnTo>
                    <a:pt x="2813" y="238689"/>
                  </a:lnTo>
                  <a:cubicBezTo>
                    <a:pt x="9097" y="203197"/>
                    <a:pt x="12143" y="166936"/>
                    <a:pt x="22343" y="132275"/>
                  </a:cubicBezTo>
                  <a:lnTo>
                    <a:pt x="22468" y="131936"/>
                  </a:lnTo>
                  <a:cubicBezTo>
                    <a:pt x="36213" y="94889"/>
                    <a:pt x="53480" y="56864"/>
                    <a:pt x="84344" y="31000"/>
                  </a:cubicBezTo>
                  <a:lnTo>
                    <a:pt x="84505" y="30835"/>
                  </a:lnTo>
                  <a:cubicBezTo>
                    <a:pt x="92547" y="22613"/>
                    <a:pt x="100786" y="13600"/>
                    <a:pt x="112706" y="11584"/>
                  </a:cubicBezTo>
                  <a:lnTo>
                    <a:pt x="112978" y="11547"/>
                  </a:lnTo>
                  <a:cubicBezTo>
                    <a:pt x="126481" y="9651"/>
                    <a:pt x="138484" y="2045"/>
                    <a:pt x="152140" y="1158"/>
                  </a:cubicBezTo>
                  <a:lnTo>
                    <a:pt x="152488" y="1134"/>
                  </a:lnTo>
                  <a:cubicBezTo>
                    <a:pt x="154625" y="1007"/>
                    <a:pt x="156744" y="1006"/>
                    <a:pt x="158859" y="973"/>
                  </a:cubicBezTo>
                </a:path>
              </a:pathLst>
            </a:custGeom>
            <a:solidFill>
              <a:srgbClr val="CEC19E">
                <a:alpha val="100000"/>
              </a:srgbClr>
            </a:solidFill>
          </p:spPr>
        </p:sp>
        <p:sp>
          <p:nvSpPr>
            <p:cNvPr id="89" name="VectorPath 89"/>
            <p:cNvSpPr/>
            <p:nvPr/>
          </p:nvSpPr>
          <p:spPr>
            <a:xfrm>
              <a:off x="5913267" y="5818115"/>
              <a:ext cx="1265483" cy="786900"/>
            </a:xfrm>
            <a:custGeom>
              <a:rect l="l" t="t" r="r" b="b"/>
              <a:pathLst>
                <a:path w="1265483" h="786900">
                  <a:moveTo>
                    <a:pt x="0" y="786900"/>
                  </a:moveTo>
                  <a:lnTo>
                    <a:pt x="1265483" y="786900"/>
                  </a:lnTo>
                  <a:lnTo>
                    <a:pt x="1265483" y="0"/>
                  </a:lnTo>
                  <a:lnTo>
                    <a:pt x="0" y="0"/>
                  </a:lnTo>
                  <a:lnTo>
                    <a:pt x="0" y="786900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0" name="VectorPath 90"/>
            <p:cNvSpPr/>
            <p:nvPr/>
          </p:nvSpPr>
          <p:spPr>
            <a:xfrm>
              <a:off x="3494313" y="6605016"/>
              <a:ext cx="3856527" cy="3045033"/>
            </a:xfrm>
            <a:custGeom>
              <a:rect l="l" t="t" r="r" b="b"/>
              <a:pathLst>
                <a:path w="3856527" h="3045033">
                  <a:moveTo>
                    <a:pt x="0" y="3045033"/>
                  </a:moveTo>
                  <a:lnTo>
                    <a:pt x="3856527" y="3045033"/>
                  </a:lnTo>
                  <a:lnTo>
                    <a:pt x="3856527" y="0"/>
                  </a:lnTo>
                  <a:lnTo>
                    <a:pt x="0" y="0"/>
                  </a:lnTo>
                  <a:lnTo>
                    <a:pt x="0" y="3045033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91" name="TextBox91"/>
          <p:cNvSpPr txBox="1"/>
          <p:nvPr/>
        </p:nvSpPr>
        <p:spPr>
          <a:xfrm>
            <a:off x="509105" y="1140520"/>
            <a:ext cx="6563535" cy="8254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46844" marR="0" indent="0" eaLnBrk="0">
              <a:lnSpc>
                <a:spcPct val="97386"/>
              </a:lnSpc>
            </a:pP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1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lang="en-US" altLang="zh-CN" sz="41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  <a:p>
            <a:pPr marL="246844" marR="0" indent="0" eaLnBrk="0">
              <a:lnSpc>
                <a:spcPct val="99195"/>
              </a:lnSpc>
            </a:pP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3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SS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</a:p>
          <a:p>
            <a:pPr marL="0" marR="0" indent="0" eaLnBrk="0">
              <a:lnSpc>
                <a:spcPct val="38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14125" marR="0" indent="0" eaLnBrk="0">
              <a:lnSpc>
                <a:spcPct val="100000"/>
              </a:lnSpc>
            </a:pP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Assigning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Based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23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</a:p>
          <a:p>
            <a:pPr marL="0" marR="0" indent="0" eaLnBrk="0">
              <a:lnSpc>
                <a:spcPct val="240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2469"/>
              </a:lnSpc>
            </a:pPr>
            <a:r>
              <a:rPr lang="en-US" altLang="zh-CN" sz="2025" kern="0" spc="5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Upon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reviewing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initial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data,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noticed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critical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issue: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894" lang="en-US" altLang="zh-CN" sz="2025" kern="0" spc="10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9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'Grade'</a:t>
            </a:r>
            <a:r>
              <a:rPr baseline="1894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contai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ned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incorrect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data.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inconsistency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raised</a:t>
            </a:r>
            <a:r>
              <a:rPr baseline="1836" lang="en-US" altLang="zh-CN" sz="2025" kern="0" spc="1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83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concerns</a:t>
            </a:r>
            <a:r>
              <a:rPr baseline="1836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about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accura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cy,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prompting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take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corrective</a:t>
            </a:r>
            <a:r>
              <a:rPr baseline="1777" lang="en-US" altLang="zh-CN" sz="2025" kern="0" spc="1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7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approach.</a:t>
            </a:r>
            <a:r>
              <a:rPr baseline="1777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25" kern="0" baseline="1777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2025" kern="0" spc="5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ensure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accurac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y,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decided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reconstruct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'Grade'</a:t>
            </a:r>
            <a:r>
              <a:rPr baseline="1719" lang="en-US" altLang="zh-CN" sz="2025" kern="0" spc="14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71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</a:t>
            </a:r>
            <a:r>
              <a:rPr baseline="1719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25" kern="0" baseline="1719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entirely,</a:t>
            </a:r>
            <a:r>
              <a:rPr baseline="1660" lang="en-US" altLang="zh-CN" sz="2025" kern="0" spc="1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using</a:t>
            </a:r>
            <a:r>
              <a:rPr baseline="1660" lang="en-US" altLang="zh-CN" sz="2025" kern="0" spc="1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660" lang="en-US" altLang="zh-CN" sz="2025" kern="0" spc="1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'Total</a:t>
            </a:r>
            <a:r>
              <a:rPr baseline="2491" lang="en-US" altLang="zh-CN" sz="1350" kern="0" spc="69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025" kern="0" spc="5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re'</a:t>
            </a:r>
            <a:r>
              <a:rPr baseline="1660" lang="en-US" altLang="zh-CN" sz="2025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  <a:r>
              <a:rPr baseline="1660" lang="en-US" altLang="zh-CN" sz="2025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1660" lang="en-US" altLang="zh-CN" sz="2025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applying</a:t>
            </a:r>
            <a:r>
              <a:rPr baseline="1660" lang="en-US" altLang="zh-CN" sz="2025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660" lang="en-US" altLang="zh-CN" sz="2025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6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standardized</a:t>
            </a:r>
            <a:r>
              <a:rPr baseline="1660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ing</a:t>
            </a:r>
            <a:r>
              <a:rPr baseline="1602" lang="en-US" altLang="zh-CN" sz="2025" kern="0" spc="18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criteria</a:t>
            </a:r>
            <a:r>
              <a:rPr baseline="1602" lang="en-US" altLang="zh-CN" sz="2025" kern="0" spc="18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through</a:t>
            </a:r>
            <a:r>
              <a:rPr baseline="1602" lang="en-US" altLang="zh-CN" sz="2025" kern="0" spc="18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602" lang="en-US" altLang="zh-CN" sz="2025" kern="0" spc="18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assign</a:t>
            </a:r>
            <a:r>
              <a:rPr baseline="2403" lang="en-US" altLang="zh-CN" sz="1350" kern="0" spc="705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025" kern="0" spc="5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rade</a:t>
            </a:r>
            <a:r>
              <a:rPr baseline="1602" lang="en-US" altLang="zh-CN" sz="20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function.</a:t>
            </a:r>
            <a:r>
              <a:rPr baseline="1602" lang="en-US" altLang="zh-CN" sz="20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1602" lang="en-US" altLang="zh-CN" sz="20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proactive</a:t>
            </a:r>
            <a:r>
              <a:rPr baseline="1602" lang="en-US" altLang="zh-CN" sz="20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60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step</a:t>
            </a:r>
            <a:r>
              <a:rPr baseline="1602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5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ensure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reflected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correct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scores,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eliminating</a:t>
            </a:r>
            <a:r>
              <a:rPr baseline="1543" lang="en-US" altLang="zh-CN" sz="2025" kern="0" spc="4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54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any</a:t>
            </a:r>
            <a:r>
              <a:rPr baseline="1543" lang="en-US" altLang="zh-CN" sz="20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4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discrepancies</a:t>
            </a:r>
            <a:r>
              <a:rPr baseline="1485" lang="en-US" altLang="zh-CN" sz="20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4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1485" lang="en-US" altLang="zh-CN" sz="20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4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485" lang="en-US" altLang="zh-CN" sz="20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25" kern="0" spc="0" baseline="148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dataset.</a:t>
            </a:r>
          </a:p>
          <a:p>
            <a:pPr marL="0" marR="321060" indent="0" eaLnBrk="0">
              <a:lnSpc>
                <a:spcPct val="101646"/>
              </a:lnSpc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process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ly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rectified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errors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but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also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reinforced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integrity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dataset,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laying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reliable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foundation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350" kern="0" spc="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subsequent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nalysis.</a:t>
            </a:r>
          </a:p>
          <a:p>
            <a:pPr marL="0" marR="0" indent="0" eaLnBrk="0">
              <a:lnSpc>
                <a:spcPct val="11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6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3696300" indent="0" eaLnBrk="0">
              <a:lnSpc>
                <a:spcPct val="137931"/>
              </a:lnSpc>
            </a:pP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func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tion</a:t>
            </a:r>
            <a:r>
              <a:rPr baseline="0" lang="en-US" altLang="zh-CN" sz="14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follows</a:t>
            </a:r>
            <a:r>
              <a:rPr baseline="0" lang="en-US" altLang="zh-CN" sz="14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4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simple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conditional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structure: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90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above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receive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'A',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80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89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'B',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forth,</a:t>
            </a:r>
            <a:r>
              <a:rPr baseline="0" lang="en-US" altLang="zh-CN" sz="1450" kern="0" spc="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baseline="0" lang="en-US" altLang="zh-CN" sz="1450" kern="0" spc="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50" kern="0" spc="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below</a:t>
            </a:r>
            <a:r>
              <a:rPr baseline="0" lang="en-US" altLang="zh-CN" sz="1450" kern="0" spc="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60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resulting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'F'.</a:t>
            </a:r>
          </a:p>
          <a:p>
            <a:pPr marL="0" marR="3770546" indent="0" eaLnBrk="0">
              <a:lnSpc>
                <a:spcPct val="128448"/>
              </a:lnSpc>
            </a:pPr>
            <a:r>
              <a:rPr lang="en-US" altLang="zh-CN" sz="2175" kern="0" spc="0" baseline="1921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19214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921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integrate</a:t>
            </a:r>
            <a:r>
              <a:rPr baseline="19214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921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19214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921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function</a:t>
            </a:r>
            <a:r>
              <a:rPr baseline="19214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921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into</a:t>
            </a:r>
            <a:r>
              <a:rPr baseline="19214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921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9214" lang="en-US" altLang="zh-CN" sz="217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5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DataFr</a:t>
            </a:r>
            <a:r>
              <a:rPr lang="en-US" altLang="zh-CN" sz="2175" kern="0" spc="0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ame,</a:t>
            </a:r>
            <a:r>
              <a:rPr baseline="9655" lang="en-US" altLang="zh-CN" sz="2175" kern="0" spc="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9655" lang="en-US" altLang="zh-CN" sz="2175" kern="0" spc="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applied</a:t>
            </a:r>
            <a:r>
              <a:rPr baseline="9655" lang="en-US" altLang="zh-CN" sz="2175" kern="0" spc="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it</a:t>
            </a:r>
            <a:r>
              <a:rPr baseline="9655" lang="en-US" altLang="zh-CN" sz="2175" kern="0" spc="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9655" lang="en-US" altLang="zh-CN" sz="2175" kern="0" spc="9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965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9655" lang="en-US" altLang="zh-CN" sz="217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175" kern="0" baseline="9655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450" kern="0" spc="5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</a:t>
            </a:r>
            <a:r>
              <a:rPr lang="en-US" altLang="zh-CN" sz="1450" kern="0" spc="5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450" kern="0" spc="50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Score'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column,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creating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946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new</a:t>
            </a:r>
            <a:r>
              <a:rPr baseline="-9461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946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'Grade'</a:t>
            </a:r>
            <a:r>
              <a:rPr baseline="-9461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946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column:</a:t>
            </a:r>
          </a:p>
        </p:txBody>
      </p:sp>
    </p:spTree>
    <p:extLst>
      <p:ext uri="{4139BA31-0F77-4E21-14A0-68D2D0927E15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11AC5501-C873-4BE3-B3D1-6B2E99EAC281"/>
          <p:cNvPicPr>
            <a:picLocks noChangeAspect="1"/>
          </p:cNvPicPr>
          <p:nvPr/>
        </p:nvPicPr>
        <p:blipFill>
          <a:blip r:embed="rId2" cstate="print">
            <a:extLst>
              <a:ext uri="{CC671D41-8754-42C3-A8C2-EFAA8268FCFF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93" name="Combination 93"/>
          <p:cNvGrpSpPr/>
          <p:nvPr/>
        </p:nvGrpSpPr>
        <p:grpSpPr>
          <a:xfrm>
            <a:off x="746424" y="673887"/>
            <a:ext cx="3592959" cy="33175"/>
            <a:chOff x="746424" y="673887"/>
            <a:chExt cx="3592959" cy="33175"/>
          </a:xfrm>
        </p:grpSpPr>
        <p:sp>
          <p:nvSpPr>
            <p:cNvPr id="94" name="VectorPath 94"/>
            <p:cNvSpPr/>
            <p:nvPr/>
          </p:nvSpPr>
          <p:spPr>
            <a:xfrm>
              <a:off x="746424" y="673887"/>
              <a:ext cx="3592959" cy="28626"/>
            </a:xfrm>
            <a:custGeom>
              <a:rect l="l" t="t" r="r" b="b"/>
              <a:pathLst>
                <a:path w="3592959" h="28626">
                  <a:moveTo>
                    <a:pt x="9550" y="9551"/>
                  </a:moveTo>
                  <a:lnTo>
                    <a:pt x="3583409" y="19076"/>
                  </a:lnTo>
                </a:path>
              </a:pathLst>
            </a:custGeom>
            <a:ln w="19050" cap="flat" cmpd="sng">
              <a:solidFill>
                <a:srgbClr val="D2EDFF">
                  <a:alpha val="100000"/>
                </a:srgbClr>
              </a:solidFill>
              <a:miter lim="400000"/>
            </a:ln>
          </p:spPr>
        </p:sp>
        <p:sp>
          <p:nvSpPr>
            <p:cNvPr id="95" name="VectorPath 95"/>
            <p:cNvSpPr/>
            <p:nvPr/>
          </p:nvSpPr>
          <p:spPr>
            <a:xfrm>
              <a:off x="755949" y="678487"/>
              <a:ext cx="3573909" cy="28575"/>
            </a:xfrm>
            <a:custGeom>
              <a:rect l="l" t="t" r="r" b="b"/>
              <a:pathLst>
                <a:path w="3573909" h="28575">
                  <a:moveTo>
                    <a:pt x="0" y="28575"/>
                  </a:moveTo>
                  <a:lnTo>
                    <a:pt x="3573909" y="28575"/>
                  </a:lnTo>
                  <a:lnTo>
                    <a:pt x="3573909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pic>
        <p:nvPicPr>
          <p:cNvPr id="96" name="63931183-17EA-4812-C1D7-FC530AE07945"/>
          <p:cNvPicPr>
            <a:picLocks noChangeAspect="1"/>
          </p:cNvPicPr>
          <p:nvPr/>
        </p:nvPicPr>
        <p:blipFill>
          <a:blip r:embed="rId3" cstate="print">
            <a:extLst>
              <a:ext uri="{BFCEB096-6BAE-4356-B516-12B301B68304}"/>
            </a:extLst>
          </a:blip>
          <a:srcRect/>
          <a:stretch>
            <a:fillRect/>
          </a:stretch>
        </p:blipFill>
        <p:spPr>
          <a:xfrm>
            <a:off x="4421027" y="0"/>
            <a:ext cx="3143250" cy="5543550"/>
          </a:xfrm>
          <a:prstGeom prst="rect">
            <a:avLst/>
          </a:prstGeom>
        </p:spPr>
      </p:pic>
      <p:pic>
        <p:nvPicPr>
          <p:cNvPr id="97" name="A9BECB00-7F5C-4F8E-4C81-5374625C6426"/>
          <p:cNvPicPr>
            <a:picLocks noChangeAspect="1"/>
          </p:cNvPicPr>
          <p:nvPr/>
        </p:nvPicPr>
        <p:blipFill>
          <a:blip r:embed="rId4" cstate="print">
            <a:extLst>
              <a:ext uri="{AEA0CAC3-9E4A-414B-6283-0A580D47F4CB}"/>
            </a:extLst>
          </a:blip>
          <a:srcRect/>
          <a:stretch>
            <a:fillRect/>
          </a:stretch>
        </p:blipFill>
        <p:spPr>
          <a:xfrm>
            <a:off x="4754157" y="3003139"/>
            <a:ext cx="2428875" cy="3790950"/>
          </a:xfrm>
          <a:prstGeom prst="rect">
            <a:avLst/>
          </a:prstGeom>
        </p:spPr>
      </p:pic>
      <p:pic>
        <p:nvPicPr>
          <p:cNvPr id="98" name="F421D93C-3703-4591-9134-498352D0FA68"/>
          <p:cNvPicPr>
            <a:picLocks noChangeAspect="1"/>
          </p:cNvPicPr>
          <p:nvPr/>
        </p:nvPicPr>
        <p:blipFill>
          <a:blip r:embed="rId5" cstate="print">
            <a:extLst>
              <a:ext uri="{85534878-826D-4302-ECD5-19D6E29EF6E4}"/>
            </a:extLst>
          </a:blip>
          <a:srcRect/>
          <a:stretch>
            <a:fillRect/>
          </a:stretch>
        </p:blipFill>
        <p:spPr>
          <a:xfrm>
            <a:off x="534762" y="6649021"/>
            <a:ext cx="4229100" cy="1504950"/>
          </a:xfrm>
          <a:prstGeom prst="rect">
            <a:avLst/>
          </a:prstGeom>
        </p:spPr>
      </p:pic>
      <p:pic>
        <p:nvPicPr>
          <p:cNvPr id="99" name="54679B35-3190-4F7D-231D-1FAEB3FEF4DF"/>
          <p:cNvPicPr>
            <a:picLocks noChangeAspect="1"/>
          </p:cNvPicPr>
          <p:nvPr/>
        </p:nvPicPr>
        <p:blipFill>
          <a:blip r:embed="rId6" cstate="print">
            <a:extLst>
              <a:ext uri="{5133142D-275C-49C9-CB19-183B65CB7C68}"/>
            </a:extLst>
          </a:blip>
          <a:srcRect/>
          <a:stretch>
            <a:fillRect/>
          </a:stretch>
        </p:blipFill>
        <p:spPr>
          <a:xfrm>
            <a:off x="5076121" y="6844311"/>
            <a:ext cx="1447800" cy="1447800"/>
          </a:xfrm>
          <a:prstGeom prst="rect">
            <a:avLst/>
          </a:prstGeom>
        </p:spPr>
      </p:pic>
      <p:sp>
        <p:nvSpPr>
          <p:cNvPr id="100" name="TextBox100"/>
          <p:cNvSpPr txBox="1"/>
          <p:nvPr/>
        </p:nvSpPr>
        <p:spPr>
          <a:xfrm>
            <a:off x="328119" y="1140520"/>
            <a:ext cx="5707837" cy="5146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27830" marR="0" indent="0" eaLnBrk="0">
              <a:lnSpc>
                <a:spcPct val="97386"/>
              </a:lnSpc>
            </a:pP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1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lang="en-US" altLang="zh-CN" sz="41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  <a:p>
            <a:pPr marL="427830" marR="0" indent="0" eaLnBrk="0">
              <a:lnSpc>
                <a:spcPct val="99195"/>
              </a:lnSpc>
            </a:pP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3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SS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</a:p>
          <a:p>
            <a:pPr marL="0" marR="0" indent="0" eaLnBrk="0">
              <a:lnSpc>
                <a:spcPct val="38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95111" marR="0" indent="0" eaLnBrk="0">
              <a:lnSpc>
                <a:spcPct val="100000"/>
              </a:lnSpc>
            </a:pP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4-</a:t>
            </a:r>
            <a:r>
              <a:rPr baseline="0" lang="en-US" altLang="zh-CN" sz="23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Handling</a:t>
            </a:r>
            <a:r>
              <a:rPr baseline="0" lang="en-US" altLang="zh-CN" sz="23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23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</a:p>
          <a:p>
            <a:pPr marL="0" marR="0" indent="0" eaLnBrk="0">
              <a:lnSpc>
                <a:spcPct val="240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80986" marR="0" indent="0" eaLnBrk="0">
              <a:lnSpc>
                <a:spcPct val="102469"/>
              </a:lnSpc>
              <a:spcAft>
                <a:spcPts val="40"/>
              </a:spcAft>
            </a:pP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Identifying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</a:p>
          <a:p>
            <a:pPr marL="180986" marR="1893141" indent="0" eaLnBrk="0">
              <a:lnSpc>
                <a:spcPct val="102469"/>
              </a:lnSpc>
              <a:spcAft>
                <a:spcPts val="0"/>
              </a:spcAft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3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star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3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addressing</a:t>
            </a:r>
            <a:r>
              <a:rPr baseline="0" lang="en-US" altLang="zh-CN" sz="13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3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data,</a:t>
            </a:r>
            <a:r>
              <a:rPr baseline="0" lang="en-US" altLang="zh-CN" sz="13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3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first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fied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null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within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ataset</a:t>
            </a:r>
          </a:p>
          <a:p>
            <a:pPr marL="180986" marR="1835984" indent="0" eaLnBrk="0">
              <a:lnSpc>
                <a:spcPct val="101234"/>
              </a:lnSpc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35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ter</a:t>
            </a:r>
            <a:r>
              <a:rPr baseline="0" lang="en-US" altLang="zh-CN" sz="135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visualization</a:t>
            </a:r>
            <a:r>
              <a:rPr baseline="0" lang="en-US" altLang="zh-CN" sz="135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35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data,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used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heatmap</a:t>
            </a:r>
          </a:p>
          <a:p>
            <a:pPr marL="0" marR="0" indent="0" eaLnBrk="0">
              <a:lnSpc>
                <a:spcPct val="11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3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1767962" indent="189905" eaLnBrk="0">
              <a:lnSpc>
                <a:spcPct val="126767"/>
              </a:lnSpc>
              <a:spcAft>
                <a:spcPts val="0"/>
              </a:spcAft>
            </a:pP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handle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effectively,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6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eparated</a:t>
            </a:r>
            <a:r>
              <a:rPr baseline="0" lang="en-US" altLang="zh-CN" sz="16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6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columns</a:t>
            </a:r>
            <a:r>
              <a:rPr baseline="0" lang="en-US" altLang="zh-CN" sz="16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into</a:t>
            </a:r>
            <a:r>
              <a:rPr baseline="0" lang="en-US" altLang="zh-CN" sz="16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two</a:t>
            </a:r>
            <a:r>
              <a:rPr baseline="0" lang="en-US" altLang="zh-CN" sz="16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groups</a:t>
            </a:r>
            <a:r>
              <a:rPr baseline="0" lang="en-US" altLang="zh-CN" sz="16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6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6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650" kern="0" spc="54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numerical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categorical</a:t>
            </a:r>
          </a:p>
        </p:txBody>
      </p:sp>
      <p:sp>
        <p:nvSpPr>
          <p:cNvPr id="101" name="TextBox101"/>
          <p:cNvSpPr txBox="1"/>
          <p:nvPr/>
        </p:nvSpPr>
        <p:spPr>
          <a:xfrm>
            <a:off x="364454" y="8473670"/>
            <a:ext cx="6757678" cy="18076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9494"/>
              </a:lnSpc>
              <a:spcAft>
                <a:spcPts val="990"/>
              </a:spcAft>
            </a:pP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chose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median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fill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numerical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columns</a:t>
            </a:r>
          </a:p>
          <a:p>
            <a:pPr marL="120551" marR="17983" indent="-100310" eaLnBrk="0">
              <a:lnSpc>
                <a:spcPct val="118965"/>
              </a:lnSpc>
            </a:pPr>
            <a:r>
              <a:rPr lang="en-US" altLang="zh-CN" sz="2175" kern="0" spc="5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12892" lang="en-US" altLang="zh-CN" sz="2175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categorical</a:t>
            </a:r>
            <a:r>
              <a:rPr baseline="12892" lang="en-US" altLang="zh-CN" sz="2175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columns</a:t>
            </a:r>
            <a:r>
              <a:rPr baseline="12892" lang="en-US" altLang="zh-CN" sz="2175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like</a:t>
            </a:r>
            <a:r>
              <a:rPr baseline="12892" lang="en-US" altLang="zh-CN" sz="2175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'Parent</a:t>
            </a:r>
            <a:r>
              <a:rPr baseline="19338" lang="en-US" altLang="zh-CN" sz="1450" kern="0" spc="75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3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</a:t>
            </a:r>
            <a:r>
              <a:rPr lang="en-US" altLang="zh-CN" sz="2175" kern="0" spc="15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ation</a:t>
            </a:r>
            <a:r>
              <a:rPr baseline="19338" lang="en-US" altLang="zh-CN" sz="1450" kern="0" spc="765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Level',</a:t>
            </a:r>
            <a:r>
              <a:rPr baseline="12892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12892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used</a:t>
            </a:r>
            <a:r>
              <a:rPr baseline="12892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12892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most</a:t>
            </a:r>
            <a:r>
              <a:rPr baseline="12892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12892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common</a:t>
            </a:r>
            <a:r>
              <a:rPr baseline="12892" lang="en-US" altLang="zh-CN" sz="217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15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</a:t>
            </a:r>
            <a:r>
              <a:rPr lang="en-US" altLang="zh-CN" sz="2175" kern="0" spc="5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alue</a:t>
            </a:r>
            <a:r>
              <a:rPr baseline="-6149" lang="en-US" altLang="zh-CN" sz="2175" kern="0" spc="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5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(m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ode)</a:t>
            </a:r>
            <a:r>
              <a:rPr baseline="-6149" lang="en-US" altLang="zh-CN" sz="2175" kern="0" spc="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within</a:t>
            </a:r>
            <a:r>
              <a:rPr baseline="-6149" lang="en-US" altLang="zh-CN" sz="2175" kern="0" spc="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each</a:t>
            </a:r>
            <a:r>
              <a:rPr baseline="-6149" lang="en-US" altLang="zh-CN" sz="2175" kern="0" spc="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'Family</a:t>
            </a:r>
            <a:r>
              <a:rPr baseline="-9224" lang="en-US" altLang="zh-CN" sz="1450" kern="0" spc="75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3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75" kern="0" spc="2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nc</a:t>
            </a:r>
            <a:r>
              <a:rPr lang="en-US" altLang="zh-CN" sz="2175" kern="0" spc="15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</a:t>
            </a:r>
            <a:r>
              <a:rPr baseline="-9224" lang="en-US" altLang="zh-CN" sz="1450" kern="0" spc="75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Level'</a:t>
            </a:r>
            <a:r>
              <a:rPr baseline="-6149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group</a:t>
            </a:r>
            <a:r>
              <a:rPr baseline="-6149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-6149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fill</a:t>
            </a:r>
            <a:r>
              <a:rPr baseline="-6149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-6149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-6149" lang="en-US" altLang="zh-CN" sz="217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614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</a:p>
          <a:p>
            <a:pPr marL="0" marR="0" indent="0" eaLnBrk="0">
              <a:lnSpc>
                <a:spcPct val="22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609234" marR="394876" indent="-2479626" eaLnBrk="0">
              <a:lnSpc>
                <a:spcPct val="120564"/>
              </a:lnSpc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After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implementing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imputation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strategies,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verified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absence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</a:t>
            </a:r>
          </a:p>
        </p:txBody>
      </p:sp>
    </p:spTree>
    <p:extLst>
      <p:ext uri="{73977BD8-F6DC-4144-AE3A-5587B54E282E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14F8AEC7-D501-4A0A-D7C6-6AC9276535CC"/>
          <p:cNvPicPr>
            <a:picLocks noChangeAspect="1"/>
          </p:cNvPicPr>
          <p:nvPr/>
        </p:nvPicPr>
        <p:blipFill>
          <a:blip r:embed="rId2" cstate="print">
            <a:extLst>
              <a:ext uri="{E329E538-C8A2-4C88-09D6-E770BBB46BEC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103" name="Combination 103"/>
          <p:cNvGrpSpPr/>
          <p:nvPr/>
        </p:nvGrpSpPr>
        <p:grpSpPr>
          <a:xfrm>
            <a:off x="746424" y="673887"/>
            <a:ext cx="3592959" cy="33175"/>
            <a:chOff x="746424" y="673887"/>
            <a:chExt cx="3592959" cy="33175"/>
          </a:xfrm>
        </p:grpSpPr>
        <p:sp>
          <p:nvSpPr>
            <p:cNvPr id="104" name="VectorPath 104"/>
            <p:cNvSpPr/>
            <p:nvPr/>
          </p:nvSpPr>
          <p:spPr>
            <a:xfrm>
              <a:off x="746424" y="673887"/>
              <a:ext cx="3592959" cy="28626"/>
            </a:xfrm>
            <a:custGeom>
              <a:rect l="l" t="t" r="r" b="b"/>
              <a:pathLst>
                <a:path w="3592959" h="28626">
                  <a:moveTo>
                    <a:pt x="9550" y="9551"/>
                  </a:moveTo>
                  <a:lnTo>
                    <a:pt x="3583409" y="19076"/>
                  </a:lnTo>
                </a:path>
              </a:pathLst>
            </a:custGeom>
            <a:ln w="19050" cap="flat" cmpd="sng">
              <a:solidFill>
                <a:srgbClr val="D2EDFF">
                  <a:alpha val="100000"/>
                </a:srgbClr>
              </a:solidFill>
              <a:miter lim="400000"/>
            </a:ln>
          </p:spPr>
        </p:sp>
        <p:sp>
          <p:nvSpPr>
            <p:cNvPr id="105" name="VectorPath 105"/>
            <p:cNvSpPr/>
            <p:nvPr/>
          </p:nvSpPr>
          <p:spPr>
            <a:xfrm>
              <a:off x="755949" y="678487"/>
              <a:ext cx="3573909" cy="28575"/>
            </a:xfrm>
            <a:custGeom>
              <a:rect l="l" t="t" r="r" b="b"/>
              <a:pathLst>
                <a:path w="3573909" h="28575">
                  <a:moveTo>
                    <a:pt x="0" y="28575"/>
                  </a:moveTo>
                  <a:lnTo>
                    <a:pt x="3573909" y="28575"/>
                  </a:lnTo>
                  <a:lnTo>
                    <a:pt x="3573909" y="0"/>
                  </a:lnTo>
                  <a:lnTo>
                    <a:pt x="0" y="0"/>
                  </a:lnTo>
                  <a:lnTo>
                    <a:pt x="0" y="28575"/>
                  </a:lnTo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pic>
        <p:nvPicPr>
          <p:cNvPr id="106" name="44C49728-E3EF-4A4A-32C9-78AE212207C8"/>
          <p:cNvPicPr>
            <a:picLocks noChangeAspect="1"/>
          </p:cNvPicPr>
          <p:nvPr/>
        </p:nvPicPr>
        <p:blipFill>
          <a:blip r:embed="rId3" cstate="print">
            <a:extLst>
              <a:ext uri="{51F776B2-30D1-4D9C-68D5-B823ED3CA80A}"/>
            </a:extLst>
          </a:blip>
          <a:srcRect/>
          <a:stretch>
            <a:fillRect/>
          </a:stretch>
        </p:blipFill>
        <p:spPr>
          <a:xfrm>
            <a:off x="4421027" y="0"/>
            <a:ext cx="3143250" cy="5543550"/>
          </a:xfrm>
          <a:prstGeom prst="rect">
            <a:avLst/>
          </a:prstGeom>
        </p:spPr>
      </p:pic>
      <p:pic>
        <p:nvPicPr>
          <p:cNvPr id="107" name="5C7CAB0B-5638-4ACC-EB06-38E55C77473F"/>
          <p:cNvPicPr>
            <a:picLocks noChangeAspect="1"/>
          </p:cNvPicPr>
          <p:nvPr/>
        </p:nvPicPr>
        <p:blipFill>
          <a:blip r:embed="rId4" cstate="print">
            <a:extLst>
              <a:ext uri="{4232F4A1-6D23-434D-3606-BE4ECCBAF521}"/>
            </a:extLst>
          </a:blip>
          <a:srcRect/>
          <a:stretch>
            <a:fillRect/>
          </a:stretch>
        </p:blipFill>
        <p:spPr>
          <a:xfrm>
            <a:off x="4636342" y="2605184"/>
            <a:ext cx="1266825" cy="1171575"/>
          </a:xfrm>
          <a:prstGeom prst="rect">
            <a:avLst/>
          </a:prstGeom>
        </p:spPr>
      </p:pic>
      <p:pic>
        <p:nvPicPr>
          <p:cNvPr id="108" name="F8C866E5-1A55-40E7-1BC2-0230AA64B1FA"/>
          <p:cNvPicPr>
            <a:picLocks noChangeAspect="1"/>
          </p:cNvPicPr>
          <p:nvPr/>
        </p:nvPicPr>
        <p:blipFill>
          <a:blip r:embed="rId5" cstate="print">
            <a:extLst>
              <a:ext uri="{C520775C-7F40-446D-EACD-00C10B3A8135}"/>
            </a:extLst>
          </a:blip>
          <a:srcRect/>
          <a:stretch>
            <a:fillRect/>
          </a:stretch>
        </p:blipFill>
        <p:spPr>
          <a:xfrm>
            <a:off x="755949" y="5469295"/>
            <a:ext cx="2266950" cy="2266950"/>
          </a:xfrm>
          <a:prstGeom prst="rect">
            <a:avLst/>
          </a:prstGeom>
        </p:spPr>
      </p:pic>
      <p:sp>
        <p:nvSpPr>
          <p:cNvPr id="109" name="TextBox109"/>
          <p:cNvSpPr txBox="1"/>
          <p:nvPr/>
        </p:nvSpPr>
        <p:spPr>
          <a:xfrm>
            <a:off x="254553" y="1140520"/>
            <a:ext cx="7028903" cy="85386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01397" marR="0" indent="0" eaLnBrk="0">
              <a:lnSpc>
                <a:spcPct val="97386"/>
              </a:lnSpc>
            </a:pP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1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lang="en-US" altLang="zh-CN" sz="41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  <a:p>
            <a:pPr marL="501397" marR="0" indent="0" eaLnBrk="0">
              <a:lnSpc>
                <a:spcPct val="99195"/>
              </a:lnSpc>
            </a:pP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3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SS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3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</a:p>
          <a:p>
            <a:pPr marL="0" marR="0" indent="0" eaLnBrk="0">
              <a:lnSpc>
                <a:spcPct val="38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68678" marR="0" indent="0" eaLnBrk="0">
              <a:lnSpc>
                <a:spcPct val="100000"/>
              </a:lnSpc>
            </a:pP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5-</a:t>
            </a:r>
            <a:r>
              <a:rPr baseline="0" lang="en-US" altLang="zh-CN" sz="2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2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Cleaning</a:t>
            </a:r>
            <a:r>
              <a:rPr baseline="0" lang="en-US" altLang="zh-CN" sz="235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Steps</a:t>
            </a:r>
          </a:p>
          <a:p>
            <a:pPr marL="0" marR="0" indent="0" eaLnBrk="0">
              <a:lnSpc>
                <a:spcPct val="240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54553" marR="0" indent="0" eaLnBrk="0">
              <a:lnSpc>
                <a:spcPct val="102469"/>
              </a:lnSpc>
              <a:spcAft>
                <a:spcPts val="40"/>
              </a:spcAft>
            </a:pP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Checking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Duplicates</a:t>
            </a:r>
          </a:p>
          <a:p>
            <a:pPr marL="254553" marR="143280" indent="0" eaLnBrk="0">
              <a:lnSpc>
                <a:spcPct val="101646"/>
              </a:lnSpc>
              <a:spcAft>
                <a:spcPts val="0"/>
              </a:spcAft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first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step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aning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process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check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3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duplicate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rows,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ens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uring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integrity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identifying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any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unnecessary</a:t>
            </a:r>
            <a:r>
              <a:rPr baseline="0" lang="en-US" altLang="zh-CN" sz="1350" kern="0" spc="9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repetitions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confirmed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dataset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contained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duplicate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rows.</a:t>
            </a:r>
          </a:p>
          <a:p>
            <a:pPr marL="0" marR="0" indent="0" eaLnBrk="0">
              <a:lnSpc>
                <a:spcPct val="14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54553" marR="0" indent="0" eaLnBrk="0">
              <a:lnSpc>
                <a:spcPct val="97177"/>
              </a:lnSpc>
              <a:spcBef>
                <a:spcPts val="14"/>
              </a:spcBef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etecting</a:t>
            </a:r>
            <a:r>
              <a:rPr baseline="0" lang="en-US" altLang="zh-CN" sz="15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5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identify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pot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ential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outliers,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used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Z-score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method.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points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beyond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</a:p>
          <a:p>
            <a:pPr marL="254553" marR="0" indent="0" eaLnBrk="0">
              <a:lnSpc>
                <a:spcPct val="99193"/>
              </a:lnSpc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standard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deviations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from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mean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typically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flagged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</a:t>
            </a:r>
          </a:p>
          <a:p>
            <a:pPr marL="0" marR="0" indent="0" eaLnBrk="0">
              <a:lnSpc>
                <a:spcPct val="8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202132" marR="135024" indent="0" eaLnBrk="0">
              <a:lnSpc>
                <a:spcPct val="98787"/>
              </a:lnSpc>
              <a:spcBef>
                <a:spcPts val="23"/>
              </a:spcBef>
              <a:spcAft>
                <a:spcPts val="5"/>
              </a:spcAft>
            </a:pP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Although</a:t>
            </a:r>
            <a:r>
              <a:rPr baseline="0" lang="en-US" altLang="zh-CN" sz="16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Z-scores</a:t>
            </a:r>
            <a:r>
              <a:rPr baseline="0" lang="en-US" altLang="zh-CN" sz="16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6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used</a:t>
            </a:r>
            <a:r>
              <a:rPr baseline="0" lang="en-US" altLang="zh-CN" sz="16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here,</a:t>
            </a:r>
            <a:r>
              <a:rPr baseline="0" lang="en-US" altLang="zh-CN" sz="16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0" lang="en-US" altLang="zh-CN" sz="16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am</a:t>
            </a:r>
            <a:r>
              <a:rPr baseline="0" lang="en-US" altLang="zh-CN" sz="16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aware</a:t>
            </a:r>
            <a:r>
              <a:rPr baseline="0" lang="en-US" altLang="zh-CN" sz="16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6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6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Interquartile</a:t>
            </a:r>
            <a:r>
              <a:rPr baseline="0" lang="en-US" altLang="zh-CN" sz="16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</a:t>
            </a:r>
            <a:r>
              <a:rPr baseline="0" lang="en-US" altLang="zh-CN" sz="16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(IQR)</a:t>
            </a:r>
            <a:r>
              <a:rPr baseline="0" lang="en-US" altLang="zh-CN" sz="16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method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another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robust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approach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6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detecting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outliers,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especially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6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skewed</a:t>
            </a:r>
            <a:r>
              <a:rPr baseline="0" lang="en-US" altLang="zh-CN" sz="16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6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ata.</a:t>
            </a:r>
          </a:p>
          <a:p>
            <a:pPr marL="0" marR="0" indent="0" eaLnBrk="0">
              <a:lnSpc>
                <a:spcPct val="14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4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4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23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7580"/>
              </a:lnSpc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Dropping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Irrelevant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Columns</a:t>
            </a:r>
          </a:p>
          <a:p>
            <a:pPr marL="0" marR="1390219" indent="0" eaLnBrk="0">
              <a:lnSpc>
                <a:spcPct val="97580"/>
              </a:lnSpc>
              <a:spcBef>
                <a:spcPts val="33"/>
              </a:spcBef>
              <a:spcAft>
                <a:spcPts val="10"/>
              </a:spcAft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Certain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columns,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such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names,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emails,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IDs,</a:t>
            </a:r>
            <a:r>
              <a:rPr baseline="0" lang="en-US" altLang="zh-CN" sz="15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unnecessary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removed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streamline</a:t>
            </a:r>
            <a:r>
              <a:rPr baseline="0" lang="en-US" altLang="zh-CN" sz="155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et</a:t>
            </a:r>
          </a:p>
          <a:p>
            <a:pPr marL="0" marR="0" indent="0" eaLnBrk="0">
              <a:lnSpc>
                <a:spcPct val="15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7580"/>
              </a:lnSpc>
            </a:pP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Renam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5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umn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  <a:p>
            <a:pPr marL="0" marR="1435594" indent="0" eaLnBrk="0">
              <a:lnSpc>
                <a:spcPct val="97983"/>
              </a:lnSpc>
            </a:pP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consistency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ease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use,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also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simplified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column</a:t>
            </a:r>
            <a:r>
              <a:rPr baseline="-975" lang="en-US" altLang="zh-CN" sz="2325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975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names.</a:t>
            </a:r>
            <a:r>
              <a:rPr baseline="-975" lang="en-US" altLang="zh-CN" sz="23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Specifically,</a:t>
            </a:r>
            <a:r>
              <a:rPr baseline="0" lang="en-US" altLang="zh-CN" sz="155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'Stress</a:t>
            </a:r>
            <a:r>
              <a:rPr baseline="0" lang="en-US" altLang="zh-CN" sz="1550" kern="0" spc="540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vel</a:t>
            </a:r>
            <a:r>
              <a:rPr baseline="0" lang="en-US" altLang="zh-CN" sz="155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(1-10)'</a:t>
            </a:r>
            <a:r>
              <a:rPr baseline="0" lang="en-US" altLang="zh-CN" sz="155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55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renamed</a:t>
            </a:r>
            <a:r>
              <a:rPr baseline="0" lang="en-US" altLang="zh-CN" sz="155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'Stress</a:t>
            </a:r>
            <a:r>
              <a:rPr baseline="0" lang="en-US" altLang="zh-CN" sz="1550" kern="0" spc="545" u="sng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evel'</a:t>
            </a:r>
          </a:p>
        </p:txBody>
      </p:sp>
    </p:spTree>
    <p:extLst>
      <p:ext uri="{323D1384-1ECF-410F-7077-2692914AC8A0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39DB3C75-407F-4229-2076-50A2331921FD"/>
          <p:cNvPicPr>
            <a:picLocks noChangeAspect="1"/>
          </p:cNvPicPr>
          <p:nvPr/>
        </p:nvPicPr>
        <p:blipFill>
          <a:blip r:embed="rId2" cstate="print">
            <a:extLst>
              <a:ext uri="{9E3B4336-4CAA-43E8-6E9B-F64CE464C489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111" name="VectorPath 111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pic>
        <p:nvPicPr>
          <p:cNvPr id="112" name="D7E15CF5-DAA9-4615-912C-2C3ABF3D18D5"/>
          <p:cNvPicPr>
            <a:picLocks noChangeAspect="1"/>
          </p:cNvPicPr>
          <p:nvPr/>
        </p:nvPicPr>
        <p:blipFill>
          <a:blip r:embed="rId3" cstate="print">
            <a:extLst>
              <a:ext uri="{04E072B5-2935-480D-3B62-8CA733838F50}"/>
            </a:extLst>
          </a:blip>
          <a:srcRect/>
          <a:stretch>
            <a:fillRect/>
          </a:stretch>
        </p:blipFill>
        <p:spPr>
          <a:xfrm>
            <a:off x="4637321" y="2904967"/>
            <a:ext cx="295275" cy="285750"/>
          </a:xfrm>
          <a:prstGeom prst="rect">
            <a:avLst/>
          </a:prstGeom>
        </p:spPr>
      </p:pic>
      <p:sp>
        <p:nvSpPr>
          <p:cNvPr id="113" name="TextBox113"/>
          <p:cNvSpPr txBox="1"/>
          <p:nvPr/>
        </p:nvSpPr>
        <p:spPr>
          <a:xfrm>
            <a:off x="623346" y="1178855"/>
            <a:ext cx="5721992" cy="48150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0" marR="0" indent="0" eaLnBrk="0">
              <a:lnSpc>
                <a:spcPct val="32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168" marR="0" indent="0" eaLnBrk="0">
              <a:lnSpc>
                <a:spcPct val="115804"/>
              </a:lnSpc>
            </a:pPr>
            <a:r>
              <a:rPr lang="en-US" altLang="zh-CN" sz="2175" kern="0" spc="1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2175" kern="0" spc="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UMBER</a:t>
            </a:r>
            <a:r>
              <a:rPr baseline="-1874" lang="en-US" altLang="zh-CN" sz="2175" kern="0" spc="10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-1874" lang="en-US" altLang="zh-CN" sz="2175" kern="0" spc="10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-1874" lang="en-US" altLang="zh-CN" sz="2175" kern="0" spc="10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-1874" lang="en-US" altLang="zh-CN" sz="2175" kern="0" spc="102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</a:t>
            </a:r>
          </a:p>
          <a:p>
            <a:pPr marL="0" marR="0" indent="0" eaLnBrk="0">
              <a:lnSpc>
                <a:spcPct val="17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25722" marR="2592963" indent="0" eaLnBrk="0">
              <a:lnSpc>
                <a:spcPct val="100000"/>
              </a:lnSpc>
              <a:spcBef>
                <a:spcPts val="0"/>
              </a:spcBef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reveals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following:</a:t>
            </a:r>
          </a:p>
          <a:p>
            <a:pPr marL="78321" marR="2345431" indent="0" eaLnBrk="0">
              <a:lnSpc>
                <a:spcPct val="99884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CS:</a:t>
            </a:r>
            <a:r>
              <a:rPr baseline="0" lang="en-US" altLang="zh-CN" sz="120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largest</a:t>
            </a:r>
            <a:r>
              <a:rPr baseline="0" lang="en-US" altLang="zh-CN" sz="120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department,</a:t>
            </a:r>
            <a:r>
              <a:rPr baseline="0" lang="en-US" altLang="zh-CN" sz="120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20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20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near-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equal</a:t>
            </a:r>
            <a:r>
              <a:rPr baseline="0" lang="en-US" altLang="zh-CN" sz="1200" kern="0" spc="1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split</a:t>
            </a:r>
            <a:r>
              <a:rPr baseline="0" lang="en-US" altLang="zh-CN" sz="1200" kern="0" spc="1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200" kern="0" spc="1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male</a:t>
            </a:r>
            <a:r>
              <a:rPr baseline="0" lang="en-US" altLang="zh-CN" sz="1200" kern="0" spc="1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00" kern="0" spc="1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1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female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2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200" kern="0" spc="97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tudents.</a:t>
            </a:r>
          </a:p>
          <a:p>
            <a:pPr marL="133783" marR="2400913" indent="270699" eaLnBrk="0">
              <a:lnSpc>
                <a:spcPct val="99884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Business:</a:t>
            </a:r>
            <a:r>
              <a:rPr baseline="0" lang="en-US" altLang="zh-CN" sz="120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Slightly</a:t>
            </a:r>
            <a:r>
              <a:rPr baseline="0" lang="en-US" altLang="zh-CN" sz="120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fewer</a:t>
            </a:r>
            <a:r>
              <a:rPr baseline="0" lang="en-US" altLang="zh-CN" sz="120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compar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20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20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CS,</a:t>
            </a:r>
            <a:r>
              <a:rPr baseline="0" lang="en-US" altLang="zh-CN" sz="120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20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males</a:t>
            </a:r>
            <a:r>
              <a:rPr baseline="0" lang="en-US" altLang="zh-CN" sz="120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being</a:t>
            </a:r>
            <a:r>
              <a:rPr baseline="0" lang="en-US" altLang="zh-CN" sz="120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2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200" kern="0" spc="93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ommon.</a:t>
            </a:r>
          </a:p>
          <a:p>
            <a:pPr marL="176770" marR="2443948" indent="222751" eaLnBrk="0">
              <a:lnSpc>
                <a:spcPct val="99884"/>
              </a:lnSpc>
              <a:spcBef>
                <a:spcPts val="0"/>
              </a:spcBef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gineering:</a:t>
            </a:r>
            <a:r>
              <a:rPr baseline="0" lang="en-US" altLang="zh-CN" sz="12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Predominantly</a:t>
            </a:r>
            <a:r>
              <a:rPr baseline="0" lang="en-US" altLang="zh-CN" sz="12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male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students,</a:t>
            </a:r>
            <a:r>
              <a:rPr baseline="0" lang="en-US" altLang="zh-CN" sz="1200" kern="0" spc="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thou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baseline="0" lang="en-US" altLang="zh-CN" sz="1200" kern="0" spc="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gender</a:t>
            </a:r>
            <a:r>
              <a:rPr baseline="0" lang="en-US" altLang="zh-CN" sz="1200" kern="0" spc="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gap</a:t>
            </a:r>
            <a:r>
              <a:rPr baseline="0" lang="en-US" altLang="zh-CN" sz="1200" kern="0" spc="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200" kern="0" spc="6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2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200" kern="0" spc="9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xtreme.</a:t>
            </a:r>
          </a:p>
          <a:p>
            <a:pPr marL="134535" marR="2401584" indent="0" eaLnBrk="0">
              <a:lnSpc>
                <a:spcPct val="99884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Mathe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matics:</a:t>
            </a:r>
            <a:r>
              <a:rPr baseline="0" lang="en-US" altLang="zh-CN" sz="1200" kern="0" spc="8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8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smallest</a:t>
            </a:r>
            <a:r>
              <a:rPr baseline="0" lang="en-US" altLang="zh-CN" sz="1200" kern="0" spc="8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department,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but</a:t>
            </a:r>
            <a:r>
              <a:rPr baseline="0" lang="en-US" altLang="zh-CN" sz="120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also</a:t>
            </a:r>
            <a:r>
              <a:rPr baseline="0" lang="en-US" altLang="zh-CN" sz="120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tively</a:t>
            </a:r>
            <a:r>
              <a:rPr baseline="0" lang="en-US" altLang="zh-CN" sz="120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balanced</a:t>
            </a:r>
            <a:r>
              <a:rPr baseline="0" lang="en-US" altLang="zh-CN" sz="120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20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terms</a:t>
            </a:r>
            <a:r>
              <a:rPr baseline="0" lang="en-US" altLang="zh-CN" sz="120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2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200" kern="0" spc="98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ender.</a:t>
            </a:r>
          </a:p>
        </p:txBody>
      </p:sp>
    </p:spTree>
    <p:extLst>
      <p:ext uri="{CF2E1DF0-EF39-4B0C-186E-105FDFBB4263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DD931E59-B6AF-488C-8684-4B2D78CFDD2B"/>
          <p:cNvPicPr>
            <a:picLocks noChangeAspect="1"/>
          </p:cNvPicPr>
          <p:nvPr/>
        </p:nvPicPr>
        <p:blipFill>
          <a:blip r:embed="rId2" cstate="print">
            <a:extLst>
              <a:ext uri="{C4644E8F-6148-405D-41EC-C850C637A001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pic>
        <p:nvPicPr>
          <p:cNvPr id="116" name="44F27C98-AC5C-45F9-B123-B39D909A3511"/>
          <p:cNvPicPr>
            <a:picLocks noChangeAspect="1"/>
          </p:cNvPicPr>
          <p:nvPr/>
        </p:nvPicPr>
        <p:blipFill>
          <a:blip r:embed="rId3" cstate="print">
            <a:extLst>
              <a:ext uri="{809BA04E-9A37-4769-5D7C-95400BBF40EB}"/>
            </a:extLst>
          </a:blip>
          <a:srcRect/>
          <a:stretch>
            <a:fillRect/>
          </a:stretch>
        </p:blipFill>
        <p:spPr>
          <a:xfrm>
            <a:off x="4591277" y="2904967"/>
            <a:ext cx="171450" cy="285750"/>
          </a:xfrm>
          <a:prstGeom prst="rect">
            <a:avLst/>
          </a:prstGeom>
        </p:spPr>
      </p:pic>
      <p:sp>
        <p:nvSpPr>
          <p:cNvPr id="117" name="TextBox117"/>
          <p:cNvSpPr txBox="1"/>
          <p:nvPr/>
        </p:nvSpPr>
        <p:spPr>
          <a:xfrm>
            <a:off x="382989" y="1178855"/>
            <a:ext cx="5962350" cy="4174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40357" marR="0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0" marR="0" indent="0" eaLnBrk="0">
              <a:lnSpc>
                <a:spcPct val="32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15804"/>
              </a:lnSpc>
            </a:pPr>
            <a:r>
              <a:rPr lang="en-US" altLang="zh-CN" sz="2175" kern="0" spc="1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75" kern="0" spc="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RESS</a:t>
            </a:r>
            <a:r>
              <a:rPr baseline="-1874" lang="en-US" altLang="zh-CN" sz="2175" kern="0" spc="9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</a:t>
            </a:r>
            <a:r>
              <a:rPr baseline="-1874" lang="en-US" altLang="zh-CN" sz="2175" kern="0" spc="9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-1874" lang="en-US" altLang="zh-CN" sz="2175" kern="0" spc="9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-1874" lang="en-US" altLang="zh-CN" sz="2175" kern="0" spc="9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</a:t>
            </a:r>
            <a:r>
              <a:rPr baseline="-2811" lang="en-US" altLang="zh-CN" sz="1450" kern="0" spc="332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-2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</a:p>
          <a:p>
            <a:pPr marL="0" marR="0" indent="0" eaLnBrk="0">
              <a:lnSpc>
                <a:spcPct val="209999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0378" marR="2910604" indent="0" eaLnBrk="0">
              <a:lnSpc>
                <a:spcPct val="98689"/>
              </a:lnSpc>
              <a:spcBef>
                <a:spcPts val="21"/>
              </a:spcBef>
              <a:spcAft>
                <a:spcPts val="4"/>
              </a:spcAft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From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visualizations,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Business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shows</a:t>
            </a:r>
            <a:r>
              <a:rPr baseline="0" lang="en-US" altLang="zh-CN" sz="15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igher</a:t>
            </a:r>
            <a:r>
              <a:rPr baseline="0" lang="en-US" altLang="zh-CN" sz="15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average</a:t>
            </a:r>
            <a:r>
              <a:rPr baseline="0" lang="en-US" altLang="zh-CN" sz="15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ls</a:t>
            </a:r>
            <a:r>
              <a:rPr baseline="0" lang="en-US" altLang="zh-CN" sz="155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compared</a:t>
            </a:r>
            <a:r>
              <a:rPr baseline="0" lang="en-US" altLang="zh-CN" sz="155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other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departments.</a:t>
            </a:r>
            <a:r>
              <a:rPr baseline="0" lang="en-US" altLang="zh-CN" sz="1550" kern="0" spc="9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550" kern="0" spc="9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could</a:t>
            </a:r>
            <a:r>
              <a:rPr baseline="0" lang="en-US" altLang="zh-CN" sz="1550" kern="0" spc="9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du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55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nature</a:t>
            </a:r>
            <a:r>
              <a:rPr baseline="0" lang="en-US" altLang="zh-CN" sz="155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cou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rsework,</a:t>
            </a:r>
            <a:r>
              <a:rPr baseline="0" lang="en-US" altLang="zh-CN" sz="1550" kern="0" spc="1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deadlines,</a:t>
            </a:r>
            <a:r>
              <a:rPr baseline="0" lang="en-US" altLang="zh-CN" sz="1550" kern="0" spc="1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other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external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factors.</a:t>
            </a:r>
          </a:p>
        </p:txBody>
      </p:sp>
      <p:pic>
        <p:nvPicPr>
          <p:cNvPr id="118" name="6CD7E3F8-9754-4643-072B-1062BC9346B3"/>
          <p:cNvPicPr>
            <a:picLocks noChangeAspect="1"/>
          </p:cNvPicPr>
          <p:nvPr/>
        </p:nvPicPr>
        <p:blipFill>
          <a:blip r:embed="rId4" cstate="print">
            <a:extLst>
              <a:ext uri="{F764727E-4F19-42DB-3FE0-EB2DB9AD0DB0}"/>
            </a:extLst>
          </a:blip>
          <a:srcRect/>
          <a:stretch>
            <a:fillRect/>
          </a:stretch>
        </p:blipFill>
        <p:spPr>
          <a:xfrm>
            <a:off x="4773452" y="2904967"/>
            <a:ext cx="123825" cy="285750"/>
          </a:xfrm>
          <a:prstGeom prst="rect">
            <a:avLst/>
          </a:prstGeom>
        </p:spPr>
      </p:pic>
      <p:sp>
        <p:nvSpPr>
          <p:cNvPr id="119" name="TextBox119"/>
          <p:cNvSpPr txBox="1"/>
          <p:nvPr/>
        </p:nvSpPr>
        <p:spPr>
          <a:xfrm>
            <a:off x="3017836" y="6505626"/>
            <a:ext cx="4258323" cy="2334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</a:t>
            </a:r>
          </a:p>
          <a:p>
            <a:pPr marL="0" marR="0" indent="0" eaLnBrk="0">
              <a:lnSpc>
                <a:spcPct val="12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90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801781" marR="0" indent="0" eaLnBrk="0">
              <a:lnSpc>
                <a:spcPct val="98732"/>
              </a:lnSpc>
              <a:spcBef>
                <a:spcPts val="21"/>
              </a:spcBef>
              <a:spcAft>
                <a:spcPts val="4"/>
              </a:spcAft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550" kern="0" spc="1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epartments,</a:t>
            </a:r>
            <a:r>
              <a:rPr baseline="0" lang="en-US" altLang="zh-CN" sz="1550" kern="0" spc="1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most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5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550" kern="0" spc="5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all</a:t>
            </a:r>
            <a:r>
              <a:rPr baseline="0" lang="en-US" altLang="zh-CN" sz="1550" kern="0" spc="5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within</a:t>
            </a:r>
            <a:r>
              <a:rPr baseline="0" lang="en-US" altLang="zh-CN" sz="1550" kern="0" spc="5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5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baseline="0" lang="en-US" altLang="zh-CN" sz="1550" kern="0" spc="5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5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</a:t>
            </a:r>
            <a:r>
              <a:rPr baseline="0" lang="en-US" altLang="zh-CN" sz="15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range.</a:t>
            </a:r>
            <a:r>
              <a:rPr baseline="0" lang="en-US" altLang="zh-CN" sz="15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</a:t>
            </a:r>
            <a:r>
              <a:rPr baseline="0" lang="en-US" altLang="zh-CN" sz="15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5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airly</a:t>
            </a:r>
            <a:r>
              <a:rPr baseline="0" lang="en-US" altLang="zh-CN" sz="1550" kern="0" spc="1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uniform,</a:t>
            </a:r>
            <a:r>
              <a:rPr baseline="0" lang="en-US" altLang="zh-CN" sz="1550" kern="0" spc="1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550" kern="0" spc="1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small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5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riations</a:t>
            </a:r>
            <a:r>
              <a:rPr baseline="0" lang="en-US" altLang="zh-CN" sz="1550" kern="0" spc="1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depending</a:t>
            </a:r>
            <a:r>
              <a:rPr baseline="0" lang="en-US" altLang="zh-CN" sz="1550" kern="0" spc="1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550" kern="0" spc="1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epartment,</a:t>
            </a:r>
            <a:r>
              <a:rPr baseline="0" lang="en-US" altLang="zh-CN" sz="1550" kern="0" spc="1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but</a:t>
            </a:r>
            <a:r>
              <a:rPr baseline="0" lang="en-US" altLang="zh-CN" sz="1550" kern="0" spc="1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1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majority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remain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within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range.</a:t>
            </a:r>
          </a:p>
        </p:txBody>
      </p:sp>
    </p:spTree>
    <p:extLst>
      <p:ext uri="{4337EE4F-6BA4-4E86-48B7-6495509309BF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18EB34C2-0C05-4E9E-A13B-00AD6A8954A1"/>
          <p:cNvPicPr>
            <a:picLocks noChangeAspect="1"/>
          </p:cNvPicPr>
          <p:nvPr/>
        </p:nvPicPr>
        <p:blipFill>
          <a:blip r:embed="rId2" cstate="print">
            <a:extLst>
              <a:ext uri="{939FC303-FD23-463D-1541-3A63B36DE20E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121" name="Combination 121"/>
          <p:cNvGrpSpPr/>
          <p:nvPr/>
        </p:nvGrpSpPr>
        <p:grpSpPr>
          <a:xfrm>
            <a:off x="721369" y="3882149"/>
            <a:ext cx="2759393" cy="3709595"/>
            <a:chOff x="721369" y="3882149"/>
            <a:chExt cx="2759393" cy="3709595"/>
          </a:xfrm>
        </p:grpSpPr>
        <p:sp>
          <p:nvSpPr>
            <p:cNvPr id="122" name="VectorPath 122"/>
            <p:cNvSpPr/>
            <p:nvPr/>
          </p:nvSpPr>
          <p:spPr>
            <a:xfrm>
              <a:off x="3429961" y="3882149"/>
              <a:ext cx="50800" cy="50801"/>
            </a:xfrm>
            <a:custGeom>
              <a:rect l="l" t="t" r="r" b="b"/>
              <a:pathLst>
                <a:path w="50800" h="50801">
                  <a:moveTo>
                    <a:pt x="30388" y="322"/>
                  </a:moveTo>
                  <a:cubicBezTo>
                    <a:pt x="31973" y="805"/>
                    <a:pt x="33558" y="1288"/>
                    <a:pt x="35120" y="1934"/>
                  </a:cubicBezTo>
                  <a:lnTo>
                    <a:pt x="35182" y="1960"/>
                  </a:lnTo>
                  <a:cubicBezTo>
                    <a:pt x="38269" y="3247"/>
                    <a:pt x="40995" y="5074"/>
                    <a:pt x="43361" y="7440"/>
                  </a:cubicBezTo>
                  <a:lnTo>
                    <a:pt x="43408" y="7487"/>
                  </a:lnTo>
                  <a:cubicBezTo>
                    <a:pt x="45767" y="9858"/>
                    <a:pt x="47586" y="12589"/>
                    <a:pt x="48866" y="15680"/>
                  </a:cubicBezTo>
                  <a:lnTo>
                    <a:pt x="48892" y="15742"/>
                  </a:lnTo>
                  <a:cubicBezTo>
                    <a:pt x="50153" y="18806"/>
                    <a:pt x="50790" y="22003"/>
                    <a:pt x="50800" y="25333"/>
                  </a:cubicBezTo>
                  <a:lnTo>
                    <a:pt x="50800" y="25467"/>
                  </a:lnTo>
                  <a:lnTo>
                    <a:pt x="50478" y="30389"/>
                  </a:lnTo>
                  <a:cubicBezTo>
                    <a:pt x="49995" y="31973"/>
                    <a:pt x="49513" y="33558"/>
                    <a:pt x="48866" y="35120"/>
                  </a:cubicBezTo>
                  <a:lnTo>
                    <a:pt x="48841" y="35182"/>
                  </a:lnTo>
                  <a:cubicBezTo>
                    <a:pt x="47553" y="38269"/>
                    <a:pt x="45726" y="40995"/>
                    <a:pt x="43361" y="43361"/>
                  </a:cubicBezTo>
                  <a:lnTo>
                    <a:pt x="43313" y="43408"/>
                  </a:lnTo>
                  <a:cubicBezTo>
                    <a:pt x="40949" y="45762"/>
                    <a:pt x="38218" y="47582"/>
                    <a:pt x="35120" y="48867"/>
                  </a:cubicBezTo>
                  <a:lnTo>
                    <a:pt x="35058" y="48892"/>
                  </a:lnTo>
                  <a:cubicBezTo>
                    <a:pt x="31971" y="50164"/>
                    <a:pt x="28749" y="50801"/>
                    <a:pt x="25333" y="50801"/>
                  </a:cubicBezTo>
                  <a:lnTo>
                    <a:pt x="20412" y="50478"/>
                  </a:lnTo>
                  <a:cubicBezTo>
                    <a:pt x="18828" y="49995"/>
                    <a:pt x="17242" y="49513"/>
                    <a:pt x="15680" y="48867"/>
                  </a:cubicBezTo>
                  <a:lnTo>
                    <a:pt x="15618" y="48841"/>
                  </a:lnTo>
                  <a:cubicBezTo>
                    <a:pt x="12539" y="47558"/>
                    <a:pt x="9813" y="45732"/>
                    <a:pt x="7439" y="43361"/>
                  </a:cubicBezTo>
                  <a:lnTo>
                    <a:pt x="7392" y="43314"/>
                  </a:lnTo>
                  <a:cubicBezTo>
                    <a:pt x="5033" y="40942"/>
                    <a:pt x="3214" y="38212"/>
                    <a:pt x="1933" y="35120"/>
                  </a:cubicBezTo>
                  <a:lnTo>
                    <a:pt x="1908" y="35058"/>
                  </a:lnTo>
                  <a:cubicBezTo>
                    <a:pt x="637" y="31971"/>
                    <a:pt x="0" y="28749"/>
                    <a:pt x="0" y="25333"/>
                  </a:cubicBezTo>
                  <a:lnTo>
                    <a:pt x="322" y="20412"/>
                  </a:lnTo>
                  <a:cubicBezTo>
                    <a:pt x="805" y="18826"/>
                    <a:pt x="1288" y="17241"/>
                    <a:pt x="1933" y="15680"/>
                  </a:cubicBezTo>
                  <a:lnTo>
                    <a:pt x="1959" y="15618"/>
                  </a:lnTo>
                  <a:cubicBezTo>
                    <a:pt x="3247" y="12532"/>
                    <a:pt x="5073" y="9806"/>
                    <a:pt x="7439" y="7440"/>
                  </a:cubicBezTo>
                  <a:lnTo>
                    <a:pt x="7487" y="7392"/>
                  </a:lnTo>
                  <a:cubicBezTo>
                    <a:pt x="9858" y="5034"/>
                    <a:pt x="12589" y="3214"/>
                    <a:pt x="15680" y="1934"/>
                  </a:cubicBezTo>
                  <a:lnTo>
                    <a:pt x="15742" y="1908"/>
                  </a:lnTo>
                  <a:cubicBezTo>
                    <a:pt x="18829" y="637"/>
                    <a:pt x="22051" y="0"/>
                    <a:pt x="25467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23" name="VectorPath 123"/>
            <p:cNvSpPr/>
            <p:nvPr/>
          </p:nvSpPr>
          <p:spPr>
            <a:xfrm>
              <a:off x="3429961" y="4461271"/>
              <a:ext cx="50800" cy="50800"/>
            </a:xfrm>
            <a:custGeom>
              <a:rect l="l" t="t" r="r" b="b"/>
              <a:pathLst>
                <a:path w="50800" h="50800">
                  <a:moveTo>
                    <a:pt x="30388" y="322"/>
                  </a:moveTo>
                  <a:cubicBezTo>
                    <a:pt x="31974" y="805"/>
                    <a:pt x="33558" y="1287"/>
                    <a:pt x="35120" y="1933"/>
                  </a:cubicBezTo>
                  <a:lnTo>
                    <a:pt x="35182" y="1959"/>
                  </a:lnTo>
                  <a:cubicBezTo>
                    <a:pt x="38269" y="3247"/>
                    <a:pt x="40995" y="5073"/>
                    <a:pt x="43361" y="7439"/>
                  </a:cubicBezTo>
                  <a:lnTo>
                    <a:pt x="43408" y="7487"/>
                  </a:lnTo>
                  <a:cubicBezTo>
                    <a:pt x="45767" y="9858"/>
                    <a:pt x="47586" y="12589"/>
                    <a:pt x="48866" y="15680"/>
                  </a:cubicBezTo>
                  <a:lnTo>
                    <a:pt x="48892" y="15742"/>
                  </a:lnTo>
                  <a:cubicBezTo>
                    <a:pt x="50155" y="18814"/>
                    <a:pt x="50791" y="22011"/>
                    <a:pt x="50800" y="25333"/>
                  </a:cubicBezTo>
                  <a:lnTo>
                    <a:pt x="50800" y="25467"/>
                  </a:lnTo>
                  <a:lnTo>
                    <a:pt x="50478" y="30388"/>
                  </a:lnTo>
                  <a:cubicBezTo>
                    <a:pt x="49995" y="31973"/>
                    <a:pt x="49512" y="33559"/>
                    <a:pt x="48866" y="35120"/>
                  </a:cubicBezTo>
                  <a:lnTo>
                    <a:pt x="48841" y="35182"/>
                  </a:lnTo>
                  <a:cubicBezTo>
                    <a:pt x="47553" y="38268"/>
                    <a:pt x="45726" y="40994"/>
                    <a:pt x="43313" y="43408"/>
                  </a:cubicBezTo>
                  <a:lnTo>
                    <a:pt x="39605" y="46660"/>
                  </a:lnTo>
                  <a:cubicBezTo>
                    <a:pt x="38145" y="47438"/>
                    <a:pt x="36683" y="48218"/>
                    <a:pt x="35120" y="48866"/>
                  </a:cubicBezTo>
                  <a:lnTo>
                    <a:pt x="35058" y="48892"/>
                  </a:lnTo>
                  <a:cubicBezTo>
                    <a:pt x="31971" y="50163"/>
                    <a:pt x="28749" y="50800"/>
                    <a:pt x="25333" y="50800"/>
                  </a:cubicBezTo>
                  <a:lnTo>
                    <a:pt x="20412" y="50478"/>
                  </a:lnTo>
                  <a:cubicBezTo>
                    <a:pt x="18824" y="49994"/>
                    <a:pt x="17236" y="49511"/>
                    <a:pt x="15680" y="48866"/>
                  </a:cubicBezTo>
                  <a:lnTo>
                    <a:pt x="15618" y="48840"/>
                  </a:lnTo>
                  <a:cubicBezTo>
                    <a:pt x="12536" y="47556"/>
                    <a:pt x="9807" y="45728"/>
                    <a:pt x="7392" y="43313"/>
                  </a:cubicBezTo>
                  <a:lnTo>
                    <a:pt x="4140" y="39605"/>
                  </a:lnTo>
                  <a:cubicBezTo>
                    <a:pt x="3360" y="38143"/>
                    <a:pt x="2580" y="36681"/>
                    <a:pt x="1933" y="35120"/>
                  </a:cubicBezTo>
                  <a:lnTo>
                    <a:pt x="1908" y="35058"/>
                  </a:lnTo>
                  <a:cubicBezTo>
                    <a:pt x="637" y="31971"/>
                    <a:pt x="0" y="28749"/>
                    <a:pt x="0" y="25333"/>
                  </a:cubicBezTo>
                  <a:lnTo>
                    <a:pt x="322" y="20412"/>
                  </a:lnTo>
                  <a:cubicBezTo>
                    <a:pt x="805" y="18824"/>
                    <a:pt x="1289" y="17236"/>
                    <a:pt x="1933" y="15680"/>
                  </a:cubicBezTo>
                  <a:lnTo>
                    <a:pt x="1959" y="15617"/>
                  </a:lnTo>
                  <a:cubicBezTo>
                    <a:pt x="3247" y="12531"/>
                    <a:pt x="5073" y="9805"/>
                    <a:pt x="7439" y="7439"/>
                  </a:cubicBezTo>
                  <a:lnTo>
                    <a:pt x="7487" y="7392"/>
                  </a:lnTo>
                  <a:cubicBezTo>
                    <a:pt x="9858" y="5033"/>
                    <a:pt x="12589" y="3214"/>
                    <a:pt x="15680" y="1933"/>
                  </a:cubicBezTo>
                  <a:lnTo>
                    <a:pt x="15742" y="1907"/>
                  </a:lnTo>
                  <a:cubicBezTo>
                    <a:pt x="18829" y="637"/>
                    <a:pt x="22051" y="0"/>
                    <a:pt x="25467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24" name="VectorPath 124"/>
            <p:cNvSpPr/>
            <p:nvPr/>
          </p:nvSpPr>
          <p:spPr>
            <a:xfrm>
              <a:off x="721369" y="6425276"/>
              <a:ext cx="49011" cy="49011"/>
            </a:xfrm>
            <a:custGeom>
              <a:rect l="l" t="t" r="r" b="b"/>
              <a:pathLst>
                <a:path w="49011" h="49011">
                  <a:moveTo>
                    <a:pt x="29318" y="311"/>
                  </a:moveTo>
                  <a:cubicBezTo>
                    <a:pt x="30847" y="776"/>
                    <a:pt x="32376" y="1241"/>
                    <a:pt x="33883" y="1865"/>
                  </a:cubicBezTo>
                  <a:lnTo>
                    <a:pt x="33944" y="1890"/>
                  </a:lnTo>
                  <a:cubicBezTo>
                    <a:pt x="36916" y="3129"/>
                    <a:pt x="39549" y="4893"/>
                    <a:pt x="41880" y="7223"/>
                  </a:cubicBezTo>
                  <a:lnTo>
                    <a:pt x="45017" y="10800"/>
                  </a:lnTo>
                  <a:cubicBezTo>
                    <a:pt x="45770" y="12213"/>
                    <a:pt x="46524" y="13626"/>
                    <a:pt x="47146" y="15128"/>
                  </a:cubicBezTo>
                  <a:lnTo>
                    <a:pt x="47171" y="15187"/>
                  </a:lnTo>
                  <a:cubicBezTo>
                    <a:pt x="48387" y="18143"/>
                    <a:pt x="49002" y="21227"/>
                    <a:pt x="49011" y="24440"/>
                  </a:cubicBezTo>
                  <a:lnTo>
                    <a:pt x="49011" y="24571"/>
                  </a:lnTo>
                  <a:lnTo>
                    <a:pt x="48700" y="29318"/>
                  </a:lnTo>
                  <a:cubicBezTo>
                    <a:pt x="48234" y="30850"/>
                    <a:pt x="47768" y="32382"/>
                    <a:pt x="47121" y="33943"/>
                  </a:cubicBezTo>
                  <a:lnTo>
                    <a:pt x="45017" y="38211"/>
                  </a:lnTo>
                  <a:cubicBezTo>
                    <a:pt x="44000" y="39448"/>
                    <a:pt x="42983" y="40685"/>
                    <a:pt x="41788" y="41880"/>
                  </a:cubicBezTo>
                  <a:lnTo>
                    <a:pt x="38211" y="45017"/>
                  </a:lnTo>
                  <a:cubicBezTo>
                    <a:pt x="36800" y="45769"/>
                    <a:pt x="35389" y="46522"/>
                    <a:pt x="33883" y="47146"/>
                  </a:cubicBezTo>
                  <a:lnTo>
                    <a:pt x="33823" y="47171"/>
                  </a:lnTo>
                  <a:cubicBezTo>
                    <a:pt x="30845" y="48397"/>
                    <a:pt x="27736" y="49011"/>
                    <a:pt x="24441" y="49011"/>
                  </a:cubicBezTo>
                  <a:lnTo>
                    <a:pt x="19693" y="48700"/>
                  </a:lnTo>
                  <a:cubicBezTo>
                    <a:pt x="18161" y="48234"/>
                    <a:pt x="16629" y="47768"/>
                    <a:pt x="15128" y="47146"/>
                  </a:cubicBezTo>
                  <a:lnTo>
                    <a:pt x="15068" y="47121"/>
                  </a:lnTo>
                  <a:cubicBezTo>
                    <a:pt x="12095" y="45882"/>
                    <a:pt x="9462" y="44118"/>
                    <a:pt x="7132" y="41787"/>
                  </a:cubicBezTo>
                  <a:lnTo>
                    <a:pt x="3994" y="38211"/>
                  </a:lnTo>
                  <a:cubicBezTo>
                    <a:pt x="3241" y="36798"/>
                    <a:pt x="2487" y="35385"/>
                    <a:pt x="1865" y="33883"/>
                  </a:cubicBezTo>
                  <a:lnTo>
                    <a:pt x="1840" y="33823"/>
                  </a:lnTo>
                  <a:cubicBezTo>
                    <a:pt x="614" y="30839"/>
                    <a:pt x="0" y="27734"/>
                    <a:pt x="0" y="24440"/>
                  </a:cubicBezTo>
                  <a:lnTo>
                    <a:pt x="311" y="19693"/>
                  </a:lnTo>
                  <a:cubicBezTo>
                    <a:pt x="777" y="18164"/>
                    <a:pt x="1242" y="16635"/>
                    <a:pt x="1865" y="15128"/>
                  </a:cubicBezTo>
                  <a:lnTo>
                    <a:pt x="1890" y="15068"/>
                  </a:lnTo>
                  <a:cubicBezTo>
                    <a:pt x="3133" y="12090"/>
                    <a:pt x="4895" y="9460"/>
                    <a:pt x="7223" y="7131"/>
                  </a:cubicBezTo>
                  <a:lnTo>
                    <a:pt x="10800" y="3994"/>
                  </a:lnTo>
                  <a:cubicBezTo>
                    <a:pt x="12211" y="3242"/>
                    <a:pt x="13622" y="2489"/>
                    <a:pt x="15128" y="1865"/>
                  </a:cubicBezTo>
                  <a:lnTo>
                    <a:pt x="15188" y="1840"/>
                  </a:lnTo>
                  <a:cubicBezTo>
                    <a:pt x="18172" y="614"/>
                    <a:pt x="21278" y="0"/>
                    <a:pt x="2457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25" name="VectorPath 125"/>
            <p:cNvSpPr/>
            <p:nvPr/>
          </p:nvSpPr>
          <p:spPr>
            <a:xfrm>
              <a:off x="721369" y="6797762"/>
              <a:ext cx="49011" cy="49011"/>
            </a:xfrm>
            <a:custGeom>
              <a:rect l="l" t="t" r="r" b="b"/>
              <a:pathLst>
                <a:path w="49011" h="49011">
                  <a:moveTo>
                    <a:pt x="29318" y="311"/>
                  </a:moveTo>
                  <a:cubicBezTo>
                    <a:pt x="30848" y="777"/>
                    <a:pt x="32377" y="1242"/>
                    <a:pt x="33883" y="1865"/>
                  </a:cubicBezTo>
                  <a:lnTo>
                    <a:pt x="33944" y="1890"/>
                  </a:lnTo>
                  <a:cubicBezTo>
                    <a:pt x="36921" y="3133"/>
                    <a:pt x="39551" y="4895"/>
                    <a:pt x="41834" y="7177"/>
                  </a:cubicBezTo>
                  <a:lnTo>
                    <a:pt x="41880" y="7223"/>
                  </a:lnTo>
                  <a:cubicBezTo>
                    <a:pt x="44155" y="9511"/>
                    <a:pt x="45911" y="12145"/>
                    <a:pt x="47146" y="15127"/>
                  </a:cubicBezTo>
                  <a:lnTo>
                    <a:pt x="47171" y="15188"/>
                  </a:lnTo>
                  <a:cubicBezTo>
                    <a:pt x="48389" y="18152"/>
                    <a:pt x="49003" y="21236"/>
                    <a:pt x="49011" y="24441"/>
                  </a:cubicBezTo>
                  <a:lnTo>
                    <a:pt x="49011" y="24571"/>
                  </a:lnTo>
                  <a:lnTo>
                    <a:pt x="48700" y="29318"/>
                  </a:lnTo>
                  <a:cubicBezTo>
                    <a:pt x="48234" y="30850"/>
                    <a:pt x="47768" y="32382"/>
                    <a:pt x="47121" y="33944"/>
                  </a:cubicBezTo>
                  <a:lnTo>
                    <a:pt x="45017" y="38210"/>
                  </a:lnTo>
                  <a:cubicBezTo>
                    <a:pt x="44000" y="39448"/>
                    <a:pt x="42983" y="40685"/>
                    <a:pt x="41788" y="41880"/>
                  </a:cubicBezTo>
                  <a:lnTo>
                    <a:pt x="38211" y="45017"/>
                  </a:lnTo>
                  <a:cubicBezTo>
                    <a:pt x="36801" y="45768"/>
                    <a:pt x="35390" y="46522"/>
                    <a:pt x="33883" y="47146"/>
                  </a:cubicBezTo>
                  <a:lnTo>
                    <a:pt x="33823" y="47171"/>
                  </a:lnTo>
                  <a:cubicBezTo>
                    <a:pt x="30845" y="48397"/>
                    <a:pt x="27736" y="49011"/>
                    <a:pt x="24441" y="49011"/>
                  </a:cubicBezTo>
                  <a:lnTo>
                    <a:pt x="19693" y="48700"/>
                  </a:lnTo>
                  <a:cubicBezTo>
                    <a:pt x="18166" y="48235"/>
                    <a:pt x="16636" y="47770"/>
                    <a:pt x="15128" y="47146"/>
                  </a:cubicBezTo>
                  <a:lnTo>
                    <a:pt x="15068" y="47121"/>
                  </a:lnTo>
                  <a:cubicBezTo>
                    <a:pt x="12098" y="45883"/>
                    <a:pt x="9467" y="44122"/>
                    <a:pt x="7178" y="41833"/>
                  </a:cubicBezTo>
                  <a:lnTo>
                    <a:pt x="7132" y="41788"/>
                  </a:lnTo>
                  <a:cubicBezTo>
                    <a:pt x="4861" y="39507"/>
                    <a:pt x="3105" y="36873"/>
                    <a:pt x="1865" y="33884"/>
                  </a:cubicBezTo>
                  <a:lnTo>
                    <a:pt x="1840" y="33824"/>
                  </a:lnTo>
                  <a:cubicBezTo>
                    <a:pt x="614" y="30840"/>
                    <a:pt x="0" y="27734"/>
                    <a:pt x="0" y="24441"/>
                  </a:cubicBezTo>
                  <a:lnTo>
                    <a:pt x="311" y="19693"/>
                  </a:lnTo>
                  <a:cubicBezTo>
                    <a:pt x="777" y="18161"/>
                    <a:pt x="1244" y="16629"/>
                    <a:pt x="1865" y="15128"/>
                  </a:cubicBezTo>
                  <a:lnTo>
                    <a:pt x="1890" y="15068"/>
                  </a:lnTo>
                  <a:cubicBezTo>
                    <a:pt x="3128" y="12097"/>
                    <a:pt x="4890" y="9466"/>
                    <a:pt x="7178" y="7177"/>
                  </a:cubicBezTo>
                  <a:lnTo>
                    <a:pt x="7223" y="7132"/>
                  </a:lnTo>
                  <a:cubicBezTo>
                    <a:pt x="9511" y="4856"/>
                    <a:pt x="12145" y="3101"/>
                    <a:pt x="15128" y="1865"/>
                  </a:cubicBezTo>
                  <a:lnTo>
                    <a:pt x="15188" y="1841"/>
                  </a:lnTo>
                  <a:cubicBezTo>
                    <a:pt x="18166" y="615"/>
                    <a:pt x="21275" y="0"/>
                    <a:pt x="2457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26" name="VectorPath 126"/>
            <p:cNvSpPr/>
            <p:nvPr/>
          </p:nvSpPr>
          <p:spPr>
            <a:xfrm>
              <a:off x="721369" y="7170247"/>
              <a:ext cx="49011" cy="49011"/>
            </a:xfrm>
            <a:custGeom>
              <a:rect l="l" t="t" r="r" b="b"/>
              <a:pathLst>
                <a:path w="49011" h="49011">
                  <a:moveTo>
                    <a:pt x="29318" y="311"/>
                  </a:moveTo>
                  <a:cubicBezTo>
                    <a:pt x="30848" y="777"/>
                    <a:pt x="32377" y="1242"/>
                    <a:pt x="33883" y="1865"/>
                  </a:cubicBezTo>
                  <a:lnTo>
                    <a:pt x="33944" y="1890"/>
                  </a:lnTo>
                  <a:cubicBezTo>
                    <a:pt x="36921" y="3133"/>
                    <a:pt x="39551" y="4895"/>
                    <a:pt x="41834" y="7177"/>
                  </a:cubicBezTo>
                  <a:lnTo>
                    <a:pt x="41880" y="7224"/>
                  </a:lnTo>
                  <a:cubicBezTo>
                    <a:pt x="44155" y="9511"/>
                    <a:pt x="45911" y="12146"/>
                    <a:pt x="47146" y="15128"/>
                  </a:cubicBezTo>
                  <a:lnTo>
                    <a:pt x="47171" y="15188"/>
                  </a:lnTo>
                  <a:cubicBezTo>
                    <a:pt x="48389" y="18152"/>
                    <a:pt x="49003" y="21236"/>
                    <a:pt x="49011" y="24441"/>
                  </a:cubicBezTo>
                  <a:lnTo>
                    <a:pt x="49011" y="24571"/>
                  </a:lnTo>
                  <a:lnTo>
                    <a:pt x="48700" y="29318"/>
                  </a:lnTo>
                  <a:cubicBezTo>
                    <a:pt x="48235" y="30848"/>
                    <a:pt x="47769" y="32377"/>
                    <a:pt x="47146" y="33884"/>
                  </a:cubicBezTo>
                  <a:lnTo>
                    <a:pt x="47121" y="33944"/>
                  </a:lnTo>
                  <a:cubicBezTo>
                    <a:pt x="45879" y="36921"/>
                    <a:pt x="44116" y="39551"/>
                    <a:pt x="41788" y="41880"/>
                  </a:cubicBezTo>
                  <a:lnTo>
                    <a:pt x="38211" y="45017"/>
                  </a:lnTo>
                  <a:cubicBezTo>
                    <a:pt x="36802" y="45768"/>
                    <a:pt x="35391" y="46520"/>
                    <a:pt x="33883" y="47146"/>
                  </a:cubicBezTo>
                  <a:lnTo>
                    <a:pt x="33823" y="47171"/>
                  </a:lnTo>
                  <a:cubicBezTo>
                    <a:pt x="30845" y="48397"/>
                    <a:pt x="27736" y="49011"/>
                    <a:pt x="24441" y="49011"/>
                  </a:cubicBezTo>
                  <a:lnTo>
                    <a:pt x="19693" y="48700"/>
                  </a:lnTo>
                  <a:cubicBezTo>
                    <a:pt x="18161" y="48234"/>
                    <a:pt x="16629" y="47768"/>
                    <a:pt x="15128" y="47146"/>
                  </a:cubicBezTo>
                  <a:lnTo>
                    <a:pt x="15068" y="47121"/>
                  </a:lnTo>
                  <a:cubicBezTo>
                    <a:pt x="12095" y="45882"/>
                    <a:pt x="9462" y="44118"/>
                    <a:pt x="7132" y="41788"/>
                  </a:cubicBezTo>
                  <a:lnTo>
                    <a:pt x="3994" y="38211"/>
                  </a:lnTo>
                  <a:cubicBezTo>
                    <a:pt x="3242" y="36800"/>
                    <a:pt x="2490" y="35389"/>
                    <a:pt x="1865" y="33884"/>
                  </a:cubicBezTo>
                  <a:lnTo>
                    <a:pt x="1840" y="33824"/>
                  </a:lnTo>
                  <a:cubicBezTo>
                    <a:pt x="615" y="30845"/>
                    <a:pt x="0" y="27736"/>
                    <a:pt x="0" y="24441"/>
                  </a:cubicBezTo>
                  <a:lnTo>
                    <a:pt x="311" y="19693"/>
                  </a:lnTo>
                  <a:cubicBezTo>
                    <a:pt x="777" y="18161"/>
                    <a:pt x="1244" y="16629"/>
                    <a:pt x="1865" y="15128"/>
                  </a:cubicBezTo>
                  <a:lnTo>
                    <a:pt x="1890" y="15068"/>
                  </a:lnTo>
                  <a:cubicBezTo>
                    <a:pt x="3133" y="12090"/>
                    <a:pt x="4895" y="9460"/>
                    <a:pt x="7178" y="7177"/>
                  </a:cubicBezTo>
                  <a:lnTo>
                    <a:pt x="7223" y="7131"/>
                  </a:lnTo>
                  <a:cubicBezTo>
                    <a:pt x="9511" y="4856"/>
                    <a:pt x="12145" y="3101"/>
                    <a:pt x="15128" y="1865"/>
                  </a:cubicBezTo>
                  <a:lnTo>
                    <a:pt x="15188" y="1840"/>
                  </a:lnTo>
                  <a:cubicBezTo>
                    <a:pt x="18166" y="615"/>
                    <a:pt x="21275" y="0"/>
                    <a:pt x="2457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27" name="VectorPath 127"/>
            <p:cNvSpPr/>
            <p:nvPr/>
          </p:nvSpPr>
          <p:spPr>
            <a:xfrm>
              <a:off x="721369" y="7356490"/>
              <a:ext cx="49011" cy="49011"/>
            </a:xfrm>
            <a:custGeom>
              <a:rect l="l" t="t" r="r" b="b"/>
              <a:pathLst>
                <a:path w="49011" h="49011">
                  <a:moveTo>
                    <a:pt x="29318" y="311"/>
                  </a:moveTo>
                  <a:cubicBezTo>
                    <a:pt x="30847" y="777"/>
                    <a:pt x="32376" y="1242"/>
                    <a:pt x="33883" y="1865"/>
                  </a:cubicBezTo>
                  <a:lnTo>
                    <a:pt x="33944" y="1890"/>
                  </a:lnTo>
                  <a:cubicBezTo>
                    <a:pt x="36921" y="3132"/>
                    <a:pt x="39551" y="4895"/>
                    <a:pt x="41880" y="7223"/>
                  </a:cubicBezTo>
                  <a:lnTo>
                    <a:pt x="45017" y="10800"/>
                  </a:lnTo>
                  <a:cubicBezTo>
                    <a:pt x="45770" y="12213"/>
                    <a:pt x="46524" y="13626"/>
                    <a:pt x="47146" y="15127"/>
                  </a:cubicBezTo>
                  <a:lnTo>
                    <a:pt x="47171" y="15187"/>
                  </a:lnTo>
                  <a:cubicBezTo>
                    <a:pt x="48389" y="18152"/>
                    <a:pt x="49003" y="21236"/>
                    <a:pt x="49011" y="24441"/>
                  </a:cubicBezTo>
                  <a:lnTo>
                    <a:pt x="49011" y="24571"/>
                  </a:lnTo>
                  <a:lnTo>
                    <a:pt x="48700" y="29318"/>
                  </a:lnTo>
                  <a:cubicBezTo>
                    <a:pt x="48235" y="30847"/>
                    <a:pt x="47769" y="32377"/>
                    <a:pt x="47146" y="33884"/>
                  </a:cubicBezTo>
                  <a:lnTo>
                    <a:pt x="47121" y="33944"/>
                  </a:lnTo>
                  <a:cubicBezTo>
                    <a:pt x="45879" y="36921"/>
                    <a:pt x="44116" y="39551"/>
                    <a:pt x="41788" y="41880"/>
                  </a:cubicBezTo>
                  <a:lnTo>
                    <a:pt x="38211" y="45017"/>
                  </a:lnTo>
                  <a:cubicBezTo>
                    <a:pt x="36802" y="45768"/>
                    <a:pt x="35390" y="46521"/>
                    <a:pt x="33883" y="47146"/>
                  </a:cubicBezTo>
                  <a:lnTo>
                    <a:pt x="33823" y="47171"/>
                  </a:lnTo>
                  <a:cubicBezTo>
                    <a:pt x="30845" y="48396"/>
                    <a:pt x="27736" y="49011"/>
                    <a:pt x="24441" y="49011"/>
                  </a:cubicBezTo>
                  <a:lnTo>
                    <a:pt x="19693" y="48700"/>
                  </a:lnTo>
                  <a:cubicBezTo>
                    <a:pt x="18166" y="48235"/>
                    <a:pt x="16636" y="47770"/>
                    <a:pt x="15128" y="47146"/>
                  </a:cubicBezTo>
                  <a:lnTo>
                    <a:pt x="15068" y="47121"/>
                  </a:lnTo>
                  <a:cubicBezTo>
                    <a:pt x="12095" y="45882"/>
                    <a:pt x="9462" y="44118"/>
                    <a:pt x="7132" y="41788"/>
                  </a:cubicBezTo>
                  <a:lnTo>
                    <a:pt x="3994" y="38210"/>
                  </a:lnTo>
                  <a:cubicBezTo>
                    <a:pt x="3241" y="36798"/>
                    <a:pt x="2487" y="35385"/>
                    <a:pt x="1865" y="33884"/>
                  </a:cubicBezTo>
                  <a:lnTo>
                    <a:pt x="1840" y="33824"/>
                  </a:lnTo>
                  <a:cubicBezTo>
                    <a:pt x="615" y="30845"/>
                    <a:pt x="0" y="27736"/>
                    <a:pt x="0" y="24441"/>
                  </a:cubicBezTo>
                  <a:lnTo>
                    <a:pt x="311" y="19693"/>
                  </a:lnTo>
                  <a:cubicBezTo>
                    <a:pt x="777" y="18161"/>
                    <a:pt x="1244" y="16629"/>
                    <a:pt x="1865" y="15127"/>
                  </a:cubicBezTo>
                  <a:lnTo>
                    <a:pt x="1890" y="15067"/>
                  </a:lnTo>
                  <a:cubicBezTo>
                    <a:pt x="3133" y="12090"/>
                    <a:pt x="4895" y="9460"/>
                    <a:pt x="7223" y="7131"/>
                  </a:cubicBezTo>
                  <a:lnTo>
                    <a:pt x="10800" y="3994"/>
                  </a:lnTo>
                  <a:cubicBezTo>
                    <a:pt x="12213" y="3241"/>
                    <a:pt x="13626" y="2487"/>
                    <a:pt x="15128" y="1865"/>
                  </a:cubicBezTo>
                  <a:lnTo>
                    <a:pt x="15188" y="1840"/>
                  </a:lnTo>
                  <a:cubicBezTo>
                    <a:pt x="18166" y="615"/>
                    <a:pt x="21275" y="0"/>
                    <a:pt x="2457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28" name="VectorPath 128"/>
            <p:cNvSpPr/>
            <p:nvPr/>
          </p:nvSpPr>
          <p:spPr>
            <a:xfrm>
              <a:off x="721369" y="7542733"/>
              <a:ext cx="49011" cy="49011"/>
            </a:xfrm>
            <a:custGeom>
              <a:rect l="l" t="t" r="r" b="b"/>
              <a:pathLst>
                <a:path w="49011" h="49011">
                  <a:moveTo>
                    <a:pt x="29318" y="311"/>
                  </a:moveTo>
                  <a:cubicBezTo>
                    <a:pt x="30847" y="777"/>
                    <a:pt x="32376" y="1242"/>
                    <a:pt x="33883" y="1865"/>
                  </a:cubicBezTo>
                  <a:lnTo>
                    <a:pt x="33944" y="1890"/>
                  </a:lnTo>
                  <a:cubicBezTo>
                    <a:pt x="36921" y="3133"/>
                    <a:pt x="39551" y="4895"/>
                    <a:pt x="41834" y="7177"/>
                  </a:cubicBezTo>
                  <a:lnTo>
                    <a:pt x="41880" y="7223"/>
                  </a:lnTo>
                  <a:cubicBezTo>
                    <a:pt x="44155" y="9510"/>
                    <a:pt x="45911" y="12145"/>
                    <a:pt x="47171" y="15188"/>
                  </a:cubicBezTo>
                  <a:lnTo>
                    <a:pt x="48700" y="19693"/>
                  </a:lnTo>
                  <a:cubicBezTo>
                    <a:pt x="48852" y="21266"/>
                    <a:pt x="49007" y="22838"/>
                    <a:pt x="49011" y="24441"/>
                  </a:cubicBezTo>
                  <a:lnTo>
                    <a:pt x="49011" y="24571"/>
                  </a:lnTo>
                  <a:lnTo>
                    <a:pt x="48700" y="29318"/>
                  </a:lnTo>
                  <a:cubicBezTo>
                    <a:pt x="48234" y="30850"/>
                    <a:pt x="47768" y="32382"/>
                    <a:pt x="47146" y="33883"/>
                  </a:cubicBezTo>
                  <a:lnTo>
                    <a:pt x="47121" y="33943"/>
                  </a:lnTo>
                  <a:cubicBezTo>
                    <a:pt x="45879" y="36921"/>
                    <a:pt x="44116" y="39551"/>
                    <a:pt x="41834" y="41834"/>
                  </a:cubicBezTo>
                  <a:lnTo>
                    <a:pt x="41788" y="41879"/>
                  </a:lnTo>
                  <a:cubicBezTo>
                    <a:pt x="39500" y="44155"/>
                    <a:pt x="36866" y="45910"/>
                    <a:pt x="33883" y="47146"/>
                  </a:cubicBezTo>
                  <a:lnTo>
                    <a:pt x="33823" y="47171"/>
                  </a:lnTo>
                  <a:cubicBezTo>
                    <a:pt x="30840" y="48398"/>
                    <a:pt x="27734" y="49011"/>
                    <a:pt x="24441" y="49011"/>
                  </a:cubicBezTo>
                  <a:lnTo>
                    <a:pt x="19693" y="48700"/>
                  </a:lnTo>
                  <a:cubicBezTo>
                    <a:pt x="18164" y="48234"/>
                    <a:pt x="16634" y="47769"/>
                    <a:pt x="15128" y="47146"/>
                  </a:cubicBezTo>
                  <a:lnTo>
                    <a:pt x="15068" y="47121"/>
                  </a:lnTo>
                  <a:cubicBezTo>
                    <a:pt x="12090" y="45878"/>
                    <a:pt x="9460" y="44116"/>
                    <a:pt x="7178" y="41834"/>
                  </a:cubicBezTo>
                  <a:lnTo>
                    <a:pt x="7132" y="41788"/>
                  </a:lnTo>
                  <a:cubicBezTo>
                    <a:pt x="4856" y="39500"/>
                    <a:pt x="3101" y="36866"/>
                    <a:pt x="1865" y="33883"/>
                  </a:cubicBezTo>
                  <a:lnTo>
                    <a:pt x="1840" y="33823"/>
                  </a:lnTo>
                  <a:cubicBezTo>
                    <a:pt x="614" y="30839"/>
                    <a:pt x="0" y="27734"/>
                    <a:pt x="0" y="24441"/>
                  </a:cubicBezTo>
                  <a:lnTo>
                    <a:pt x="311" y="19693"/>
                  </a:lnTo>
                  <a:cubicBezTo>
                    <a:pt x="777" y="18161"/>
                    <a:pt x="1244" y="16629"/>
                    <a:pt x="1865" y="15128"/>
                  </a:cubicBezTo>
                  <a:lnTo>
                    <a:pt x="1890" y="15068"/>
                  </a:lnTo>
                  <a:cubicBezTo>
                    <a:pt x="3133" y="12091"/>
                    <a:pt x="4895" y="9460"/>
                    <a:pt x="7178" y="7177"/>
                  </a:cubicBezTo>
                  <a:lnTo>
                    <a:pt x="7223" y="7132"/>
                  </a:lnTo>
                  <a:cubicBezTo>
                    <a:pt x="9511" y="4856"/>
                    <a:pt x="12145" y="3101"/>
                    <a:pt x="15128" y="1865"/>
                  </a:cubicBezTo>
                  <a:lnTo>
                    <a:pt x="15188" y="1840"/>
                  </a:lnTo>
                  <a:cubicBezTo>
                    <a:pt x="18166" y="614"/>
                    <a:pt x="21275" y="0"/>
                    <a:pt x="2457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129" name="VectorPath 129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130" name="TextBox130"/>
          <p:cNvSpPr txBox="1"/>
          <p:nvPr/>
        </p:nvSpPr>
        <p:spPr>
          <a:xfrm>
            <a:off x="4637321" y="2934451"/>
            <a:ext cx="253969" cy="2360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31" name="TextBox131"/>
          <p:cNvSpPr txBox="1"/>
          <p:nvPr/>
        </p:nvSpPr>
        <p:spPr>
          <a:xfrm>
            <a:off x="442271" y="1178855"/>
            <a:ext cx="6682962" cy="72209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1076" marR="779894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0" marR="0" indent="0" eaLnBrk="0">
              <a:lnSpc>
                <a:spcPct val="27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492995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</a:p>
          <a:p>
            <a:pPr marL="0" marR="0" indent="0" eaLnBrk="0">
              <a:lnSpc>
                <a:spcPct val="23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886090" marR="137160" indent="0" eaLnBrk="0">
              <a:lnSpc>
                <a:spcPct val="101333"/>
              </a:lnSpc>
            </a:pP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2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heatmaps</a:t>
            </a:r>
            <a:r>
              <a:rPr baseline="0" lang="en-US" altLang="zh-CN" sz="12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2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</a:t>
            </a:r>
            <a:r>
              <a:rPr baseline="0" lang="en-US" altLang="zh-CN" sz="12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vs</a:t>
            </a:r>
            <a:r>
              <a:rPr baseline="0" lang="en-US" altLang="zh-CN" sz="12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department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correlation.</a:t>
            </a:r>
          </a:p>
          <a:p>
            <a:pPr marL="3165174" marR="517584" indent="0" eaLnBrk="0">
              <a:lnSpc>
                <a:spcPct val="101333"/>
              </a:lnSpc>
            </a:pP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Some</a:t>
            </a:r>
            <a:r>
              <a:rPr baseline="0" lang="en-US" altLang="zh-CN" sz="1250" kern="0" spc="1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tudents</a:t>
            </a:r>
            <a:r>
              <a:rPr baseline="0" lang="en-US" altLang="zh-CN" sz="1250" kern="0" spc="1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improved</a:t>
            </a:r>
            <a:r>
              <a:rPr baseline="0" lang="en-US" altLang="zh-CN" sz="1250" kern="0" spc="1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1250" kern="0" spc="1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250" kern="0" spc="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compared</a:t>
            </a:r>
            <a:r>
              <a:rPr baseline="0" lang="en-US" altLang="zh-CN" sz="1250" kern="0" spc="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250" kern="0" spc="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1250" kern="0" spc="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esults.</a:t>
            </a:r>
          </a:p>
          <a:p>
            <a:pPr marL="3165174" marR="0" indent="0" eaLnBrk="0">
              <a:lnSpc>
                <a:spcPct val="101333"/>
              </a:lnSpc>
              <a:spcAft>
                <a:spcPts val="20"/>
              </a:spcAft>
            </a:pP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Others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performed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consistently,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2886090" marR="0" indent="279083" eaLnBrk="0">
              <a:lnSpc>
                <a:spcPct val="101066"/>
              </a:lnSpc>
              <a:spcAft>
                <a:spcPts val="0"/>
              </a:spcAft>
            </a:pP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few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saw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declin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250" kern="0" spc="1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cates</a:t>
            </a:r>
            <a:r>
              <a:rPr baseline="0" lang="en-US" altLang="zh-CN" sz="1250" kern="0" spc="1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250" kern="0" spc="1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</a:t>
            </a:r>
            <a:r>
              <a:rPr baseline="0" lang="en-US" altLang="zh-CN" sz="1250" kern="0" spc="1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does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strongly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predict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performance,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suggesting</a:t>
            </a:r>
            <a:r>
              <a:rPr baseline="0" lang="en-US" altLang="zh-CN" sz="1250" kern="0" spc="1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various</a:t>
            </a:r>
            <a:r>
              <a:rPr baseline="0" lang="en-US" altLang="zh-CN" sz="1250" kern="0" spc="1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1250" kern="0" spc="1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may</a:t>
            </a:r>
            <a:r>
              <a:rPr baseline="0" lang="en-US" altLang="zh-CN" sz="1250" kern="0" spc="1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2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lang="en-US" altLang="zh-CN" sz="1250" kern="0" spc="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250" kern="0" spc="1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luence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outcome.</a:t>
            </a:r>
          </a:p>
          <a:p>
            <a:pPr marL="0" marR="0" indent="0" eaLnBrk="0">
              <a:lnSpc>
                <a:spcPct val="12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</a:p>
          <a:p>
            <a:pPr marL="0" marR="0" indent="0" eaLnBrk="0">
              <a:lnSpc>
                <a:spcPct val="140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81076" marR="0" indent="0" eaLnBrk="0">
              <a:lnSpc>
                <a:spcPct val="101736"/>
              </a:lnSpc>
              <a:spcAft>
                <a:spcPts val="27"/>
              </a:spcAft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Binned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(Sample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500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students):</a:t>
            </a:r>
          </a:p>
          <a:p>
            <a:pPr marL="450331" marR="792096" indent="0" eaLnBrk="0">
              <a:lnSpc>
                <a:spcPct val="101909"/>
              </a:lnSpc>
              <a:spcAft>
                <a:spcPts val="0"/>
              </a:spcAft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5-10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hours: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Moderate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num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ber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students,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20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relatively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table.</a:t>
            </a:r>
          </a:p>
          <a:p>
            <a:pPr marL="450331" marR="1368959" indent="0" eaLnBrk="0">
              <a:lnSpc>
                <a:spcPct val="101909"/>
              </a:lnSpc>
              <a:spcAft>
                <a:spcPts val="0"/>
              </a:spcAft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10-15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hours: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Slightl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fewer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students,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major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2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hanges.</a:t>
            </a:r>
          </a:p>
          <a:p>
            <a:pPr marL="450331" marR="2565861" indent="0" eaLnBrk="0">
              <a:lnSpc>
                <a:spcPct val="101909"/>
              </a:lnSpc>
            </a:pP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15-20</a:t>
            </a:r>
            <a:r>
              <a:rPr baseline="0" lang="en-US" altLang="zh-CN" sz="1200" kern="0" spc="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s:</a:t>
            </a:r>
            <a:r>
              <a:rPr baseline="0" lang="en-US" altLang="zh-CN" sz="1200" kern="0" spc="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Noticeable</a:t>
            </a:r>
            <a:r>
              <a:rPr baseline="0" lang="en-US" altLang="zh-CN" sz="1200" kern="0" spc="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drop</a:t>
            </a:r>
            <a:r>
              <a:rPr baseline="0" lang="en-US" altLang="zh-CN" sz="1200" kern="0" spc="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200" kern="0" spc="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200" kern="0" spc="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score.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20-25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hours: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Further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decline.</a:t>
            </a:r>
          </a:p>
          <a:p>
            <a:pPr marL="450331" marR="0" indent="0" eaLnBrk="0">
              <a:lnSpc>
                <a:spcPct val="101736"/>
              </a:lnSpc>
              <a:spcAft>
                <a:spcPts val="27"/>
              </a:spcAft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25-30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hours: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lowest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observed.</a:t>
            </a:r>
          </a:p>
          <a:p>
            <a:pPr marL="181076" marR="675963" indent="0" eaLnBrk="0">
              <a:lnSpc>
                <a:spcPct val="101388"/>
              </a:lnSpc>
            </a:pP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Interestingly,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negative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emerges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2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increase,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decrease.</a:t>
            </a:r>
            <a:r>
              <a:rPr baseline="0" lang="en-US" altLang="zh-CN" sz="120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counte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rintuitive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finding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might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over-studying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without</a:t>
            </a:r>
            <a:r>
              <a:rPr baseline="0" lang="en-US" altLang="zh-CN" sz="1200" kern="0" spc="7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effective</a:t>
            </a:r>
            <a:r>
              <a:rPr baseline="0" lang="en-US" altLang="zh-CN" sz="12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strategies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2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burnout.</a:t>
            </a:r>
          </a:p>
        </p:txBody>
      </p:sp>
    </p:spTree>
    <p:extLst>
      <p:ext uri="{A04A7DF0-E575-4E3E-2F27-DDCBEC620131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EABCB4F0-5FC7-4473-176C-4C077BFB4875"/>
          <p:cNvPicPr>
            <a:picLocks noChangeAspect="1"/>
          </p:cNvPicPr>
          <p:nvPr/>
        </p:nvPicPr>
        <p:blipFill>
          <a:blip r:embed="rId2" cstate="print">
            <a:extLst>
              <a:ext uri="{473D9A7C-DBE0-4773-A7C3-313AD97252E2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133" name="Combination 133"/>
          <p:cNvGrpSpPr/>
          <p:nvPr/>
        </p:nvGrpSpPr>
        <p:grpSpPr>
          <a:xfrm>
            <a:off x="497449" y="3333406"/>
            <a:ext cx="165764" cy="2648242"/>
            <a:chOff x="497449" y="3333406"/>
            <a:chExt cx="165764" cy="2648242"/>
          </a:xfrm>
        </p:grpSpPr>
        <p:sp>
          <p:nvSpPr>
            <p:cNvPr id="134" name="VectorPath 134"/>
            <p:cNvSpPr/>
            <p:nvPr/>
          </p:nvSpPr>
          <p:spPr>
            <a:xfrm>
              <a:off x="497449" y="3333406"/>
              <a:ext cx="50800" cy="50800"/>
            </a:xfrm>
            <a:custGeom>
              <a:rect l="l" t="t" r="r" b="b"/>
              <a:pathLst>
                <a:path w="50800" h="50800">
                  <a:moveTo>
                    <a:pt x="30388" y="322"/>
                  </a:moveTo>
                  <a:cubicBezTo>
                    <a:pt x="31973" y="805"/>
                    <a:pt x="33558" y="1287"/>
                    <a:pt x="35120" y="1933"/>
                  </a:cubicBezTo>
                  <a:lnTo>
                    <a:pt x="35182" y="1959"/>
                  </a:lnTo>
                  <a:cubicBezTo>
                    <a:pt x="38264" y="3244"/>
                    <a:pt x="40993" y="5072"/>
                    <a:pt x="43408" y="7487"/>
                  </a:cubicBezTo>
                  <a:lnTo>
                    <a:pt x="46660" y="11195"/>
                  </a:lnTo>
                  <a:cubicBezTo>
                    <a:pt x="47441" y="12659"/>
                    <a:pt x="48222" y="14124"/>
                    <a:pt x="48867" y="15680"/>
                  </a:cubicBezTo>
                  <a:lnTo>
                    <a:pt x="48892" y="15742"/>
                  </a:lnTo>
                  <a:cubicBezTo>
                    <a:pt x="50153" y="18806"/>
                    <a:pt x="50790" y="22002"/>
                    <a:pt x="50800" y="25333"/>
                  </a:cubicBezTo>
                  <a:lnTo>
                    <a:pt x="50800" y="25467"/>
                  </a:lnTo>
                  <a:lnTo>
                    <a:pt x="50478" y="30388"/>
                  </a:lnTo>
                  <a:cubicBezTo>
                    <a:pt x="49995" y="31976"/>
                    <a:pt x="49511" y="33564"/>
                    <a:pt x="48841" y="35182"/>
                  </a:cubicBezTo>
                  <a:lnTo>
                    <a:pt x="46660" y="39605"/>
                  </a:lnTo>
                  <a:cubicBezTo>
                    <a:pt x="45606" y="40887"/>
                    <a:pt x="44551" y="42170"/>
                    <a:pt x="43313" y="43408"/>
                  </a:cubicBezTo>
                  <a:lnTo>
                    <a:pt x="39605" y="46660"/>
                  </a:lnTo>
                  <a:cubicBezTo>
                    <a:pt x="38143" y="47440"/>
                    <a:pt x="36681" y="48220"/>
                    <a:pt x="35120" y="48867"/>
                  </a:cubicBezTo>
                  <a:lnTo>
                    <a:pt x="35058" y="48892"/>
                  </a:lnTo>
                  <a:cubicBezTo>
                    <a:pt x="31971" y="50163"/>
                    <a:pt x="28749" y="50800"/>
                    <a:pt x="25333" y="50800"/>
                  </a:cubicBezTo>
                  <a:lnTo>
                    <a:pt x="20412" y="50478"/>
                  </a:lnTo>
                  <a:cubicBezTo>
                    <a:pt x="18824" y="49995"/>
                    <a:pt x="17236" y="49511"/>
                    <a:pt x="15680" y="48867"/>
                  </a:cubicBezTo>
                  <a:lnTo>
                    <a:pt x="15618" y="48840"/>
                  </a:lnTo>
                  <a:cubicBezTo>
                    <a:pt x="12536" y="47556"/>
                    <a:pt x="9807" y="45728"/>
                    <a:pt x="7392" y="43313"/>
                  </a:cubicBezTo>
                  <a:lnTo>
                    <a:pt x="4140" y="39605"/>
                  </a:lnTo>
                  <a:cubicBezTo>
                    <a:pt x="3359" y="38140"/>
                    <a:pt x="2578" y="36676"/>
                    <a:pt x="1933" y="35120"/>
                  </a:cubicBezTo>
                  <a:lnTo>
                    <a:pt x="1908" y="35058"/>
                  </a:lnTo>
                  <a:cubicBezTo>
                    <a:pt x="636" y="31965"/>
                    <a:pt x="0" y="28746"/>
                    <a:pt x="0" y="25333"/>
                  </a:cubicBezTo>
                  <a:lnTo>
                    <a:pt x="322" y="20412"/>
                  </a:lnTo>
                  <a:cubicBezTo>
                    <a:pt x="805" y="18827"/>
                    <a:pt x="1287" y="17242"/>
                    <a:pt x="1933" y="15680"/>
                  </a:cubicBezTo>
                  <a:lnTo>
                    <a:pt x="1959" y="15618"/>
                  </a:lnTo>
                  <a:cubicBezTo>
                    <a:pt x="3247" y="12531"/>
                    <a:pt x="5074" y="9806"/>
                    <a:pt x="7487" y="7392"/>
                  </a:cubicBezTo>
                  <a:lnTo>
                    <a:pt x="11195" y="4140"/>
                  </a:lnTo>
                  <a:cubicBezTo>
                    <a:pt x="12657" y="3360"/>
                    <a:pt x="14119" y="2580"/>
                    <a:pt x="15680" y="1933"/>
                  </a:cubicBezTo>
                  <a:lnTo>
                    <a:pt x="15742" y="1908"/>
                  </a:lnTo>
                  <a:cubicBezTo>
                    <a:pt x="18835" y="636"/>
                    <a:pt x="22054" y="0"/>
                    <a:pt x="25467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35" name="VectorPath 135"/>
            <p:cNvSpPr/>
            <p:nvPr/>
          </p:nvSpPr>
          <p:spPr>
            <a:xfrm>
              <a:off x="497449" y="3526446"/>
              <a:ext cx="50800" cy="50801"/>
            </a:xfrm>
            <a:custGeom>
              <a:rect l="l" t="t" r="r" b="b"/>
              <a:pathLst>
                <a:path w="50800" h="50801">
                  <a:moveTo>
                    <a:pt x="30388" y="322"/>
                  </a:moveTo>
                  <a:cubicBezTo>
                    <a:pt x="31974" y="805"/>
                    <a:pt x="33558" y="1288"/>
                    <a:pt x="35120" y="1934"/>
                  </a:cubicBezTo>
                  <a:lnTo>
                    <a:pt x="35182" y="1960"/>
                  </a:lnTo>
                  <a:cubicBezTo>
                    <a:pt x="38269" y="3247"/>
                    <a:pt x="40995" y="5074"/>
                    <a:pt x="43361" y="7440"/>
                  </a:cubicBezTo>
                  <a:lnTo>
                    <a:pt x="43408" y="7487"/>
                  </a:lnTo>
                  <a:cubicBezTo>
                    <a:pt x="45767" y="9858"/>
                    <a:pt x="47586" y="12589"/>
                    <a:pt x="48867" y="15680"/>
                  </a:cubicBezTo>
                  <a:lnTo>
                    <a:pt x="48892" y="15742"/>
                  </a:lnTo>
                  <a:cubicBezTo>
                    <a:pt x="50153" y="18806"/>
                    <a:pt x="50790" y="22003"/>
                    <a:pt x="50800" y="25333"/>
                  </a:cubicBezTo>
                  <a:lnTo>
                    <a:pt x="50800" y="25467"/>
                  </a:lnTo>
                  <a:lnTo>
                    <a:pt x="50478" y="30389"/>
                  </a:lnTo>
                  <a:cubicBezTo>
                    <a:pt x="49995" y="31973"/>
                    <a:pt x="49513" y="33558"/>
                    <a:pt x="48867" y="35120"/>
                  </a:cubicBezTo>
                  <a:lnTo>
                    <a:pt x="48841" y="35183"/>
                  </a:lnTo>
                  <a:cubicBezTo>
                    <a:pt x="47553" y="38269"/>
                    <a:pt x="45726" y="40995"/>
                    <a:pt x="43361" y="43361"/>
                  </a:cubicBezTo>
                  <a:lnTo>
                    <a:pt x="43313" y="43408"/>
                  </a:lnTo>
                  <a:cubicBezTo>
                    <a:pt x="40949" y="45762"/>
                    <a:pt x="38218" y="47582"/>
                    <a:pt x="35120" y="48867"/>
                  </a:cubicBezTo>
                  <a:lnTo>
                    <a:pt x="35058" y="48892"/>
                  </a:lnTo>
                  <a:cubicBezTo>
                    <a:pt x="31971" y="50164"/>
                    <a:pt x="28749" y="50801"/>
                    <a:pt x="25333" y="50801"/>
                  </a:cubicBezTo>
                  <a:lnTo>
                    <a:pt x="20412" y="50478"/>
                  </a:lnTo>
                  <a:cubicBezTo>
                    <a:pt x="18827" y="49995"/>
                    <a:pt x="17242" y="49513"/>
                    <a:pt x="15680" y="48867"/>
                  </a:cubicBezTo>
                  <a:lnTo>
                    <a:pt x="15618" y="48841"/>
                  </a:lnTo>
                  <a:cubicBezTo>
                    <a:pt x="12539" y="47558"/>
                    <a:pt x="9813" y="45732"/>
                    <a:pt x="7439" y="43361"/>
                  </a:cubicBezTo>
                  <a:lnTo>
                    <a:pt x="7392" y="43314"/>
                  </a:lnTo>
                  <a:cubicBezTo>
                    <a:pt x="5033" y="40942"/>
                    <a:pt x="3214" y="38212"/>
                    <a:pt x="1933" y="35120"/>
                  </a:cubicBezTo>
                  <a:lnTo>
                    <a:pt x="1908" y="35058"/>
                  </a:lnTo>
                  <a:cubicBezTo>
                    <a:pt x="637" y="31971"/>
                    <a:pt x="0" y="28749"/>
                    <a:pt x="0" y="25333"/>
                  </a:cubicBezTo>
                  <a:lnTo>
                    <a:pt x="322" y="20412"/>
                  </a:lnTo>
                  <a:cubicBezTo>
                    <a:pt x="805" y="18826"/>
                    <a:pt x="1288" y="17241"/>
                    <a:pt x="1933" y="15680"/>
                  </a:cubicBezTo>
                  <a:lnTo>
                    <a:pt x="1959" y="15618"/>
                  </a:lnTo>
                  <a:cubicBezTo>
                    <a:pt x="3247" y="12532"/>
                    <a:pt x="5074" y="9806"/>
                    <a:pt x="7439" y="7440"/>
                  </a:cubicBezTo>
                  <a:lnTo>
                    <a:pt x="7487" y="7392"/>
                  </a:lnTo>
                  <a:cubicBezTo>
                    <a:pt x="9858" y="5034"/>
                    <a:pt x="12589" y="3214"/>
                    <a:pt x="15680" y="1934"/>
                  </a:cubicBezTo>
                  <a:lnTo>
                    <a:pt x="15742" y="1908"/>
                  </a:lnTo>
                  <a:cubicBezTo>
                    <a:pt x="18829" y="637"/>
                    <a:pt x="22051" y="0"/>
                    <a:pt x="25467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36" name="VectorPath 136"/>
            <p:cNvSpPr/>
            <p:nvPr/>
          </p:nvSpPr>
          <p:spPr>
            <a:xfrm>
              <a:off x="497449" y="3912527"/>
              <a:ext cx="50800" cy="50800"/>
            </a:xfrm>
            <a:custGeom>
              <a:rect l="l" t="t" r="r" b="b"/>
              <a:pathLst>
                <a:path w="50800" h="50800">
                  <a:moveTo>
                    <a:pt x="30388" y="322"/>
                  </a:moveTo>
                  <a:cubicBezTo>
                    <a:pt x="31973" y="805"/>
                    <a:pt x="33558" y="1287"/>
                    <a:pt x="35120" y="1933"/>
                  </a:cubicBezTo>
                  <a:lnTo>
                    <a:pt x="35182" y="1960"/>
                  </a:lnTo>
                  <a:cubicBezTo>
                    <a:pt x="38269" y="3247"/>
                    <a:pt x="40995" y="5074"/>
                    <a:pt x="43408" y="7487"/>
                  </a:cubicBezTo>
                  <a:lnTo>
                    <a:pt x="46660" y="11195"/>
                  </a:lnTo>
                  <a:cubicBezTo>
                    <a:pt x="47441" y="12660"/>
                    <a:pt x="48222" y="14124"/>
                    <a:pt x="48892" y="15742"/>
                  </a:cubicBezTo>
                  <a:lnTo>
                    <a:pt x="50478" y="20412"/>
                  </a:lnTo>
                  <a:cubicBezTo>
                    <a:pt x="50635" y="22043"/>
                    <a:pt x="50796" y="23672"/>
                    <a:pt x="50800" y="25333"/>
                  </a:cubicBezTo>
                  <a:lnTo>
                    <a:pt x="50800" y="25467"/>
                  </a:lnTo>
                  <a:lnTo>
                    <a:pt x="50478" y="30389"/>
                  </a:lnTo>
                  <a:cubicBezTo>
                    <a:pt x="49995" y="31974"/>
                    <a:pt x="49513" y="33559"/>
                    <a:pt x="48867" y="35120"/>
                  </a:cubicBezTo>
                  <a:lnTo>
                    <a:pt x="48841" y="35182"/>
                  </a:lnTo>
                  <a:cubicBezTo>
                    <a:pt x="47553" y="38269"/>
                    <a:pt x="45726" y="40995"/>
                    <a:pt x="43313" y="43408"/>
                  </a:cubicBezTo>
                  <a:lnTo>
                    <a:pt x="39605" y="46660"/>
                  </a:lnTo>
                  <a:cubicBezTo>
                    <a:pt x="38143" y="47440"/>
                    <a:pt x="36681" y="48220"/>
                    <a:pt x="35120" y="48867"/>
                  </a:cubicBezTo>
                  <a:lnTo>
                    <a:pt x="35058" y="48893"/>
                  </a:lnTo>
                  <a:cubicBezTo>
                    <a:pt x="31971" y="50164"/>
                    <a:pt x="28749" y="50800"/>
                    <a:pt x="25333" y="50800"/>
                  </a:cubicBezTo>
                  <a:lnTo>
                    <a:pt x="20412" y="50478"/>
                  </a:lnTo>
                  <a:cubicBezTo>
                    <a:pt x="18830" y="49996"/>
                    <a:pt x="17244" y="49514"/>
                    <a:pt x="15680" y="48867"/>
                  </a:cubicBezTo>
                  <a:lnTo>
                    <a:pt x="15618" y="48841"/>
                  </a:lnTo>
                  <a:cubicBezTo>
                    <a:pt x="12536" y="47557"/>
                    <a:pt x="9807" y="45729"/>
                    <a:pt x="7392" y="43313"/>
                  </a:cubicBezTo>
                  <a:lnTo>
                    <a:pt x="4140" y="39605"/>
                  </a:lnTo>
                  <a:cubicBezTo>
                    <a:pt x="3362" y="38145"/>
                    <a:pt x="2581" y="36682"/>
                    <a:pt x="1933" y="35120"/>
                  </a:cubicBezTo>
                  <a:lnTo>
                    <a:pt x="1908" y="35058"/>
                  </a:lnTo>
                  <a:cubicBezTo>
                    <a:pt x="637" y="31971"/>
                    <a:pt x="0" y="28749"/>
                    <a:pt x="0" y="25333"/>
                  </a:cubicBezTo>
                  <a:lnTo>
                    <a:pt x="322" y="20412"/>
                  </a:lnTo>
                  <a:cubicBezTo>
                    <a:pt x="806" y="18824"/>
                    <a:pt x="1289" y="17236"/>
                    <a:pt x="1933" y="15680"/>
                  </a:cubicBezTo>
                  <a:lnTo>
                    <a:pt x="1959" y="15618"/>
                  </a:lnTo>
                  <a:cubicBezTo>
                    <a:pt x="3244" y="12536"/>
                    <a:pt x="5072" y="9808"/>
                    <a:pt x="7487" y="7392"/>
                  </a:cubicBezTo>
                  <a:lnTo>
                    <a:pt x="11195" y="4140"/>
                  </a:lnTo>
                  <a:cubicBezTo>
                    <a:pt x="12659" y="3359"/>
                    <a:pt x="14124" y="2578"/>
                    <a:pt x="15680" y="1933"/>
                  </a:cubicBezTo>
                  <a:lnTo>
                    <a:pt x="15742" y="1908"/>
                  </a:lnTo>
                  <a:cubicBezTo>
                    <a:pt x="18829" y="637"/>
                    <a:pt x="22051" y="0"/>
                    <a:pt x="25467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37" name="VectorPath 137"/>
            <p:cNvSpPr/>
            <p:nvPr/>
          </p:nvSpPr>
          <p:spPr>
            <a:xfrm>
              <a:off x="611100" y="5929535"/>
              <a:ext cx="52113" cy="52113"/>
            </a:xfrm>
            <a:custGeom>
              <a:rect l="l" t="t" r="r" b="b"/>
              <a:pathLst>
                <a:path w="52113" h="52113">
                  <a:moveTo>
                    <a:pt x="31174" y="330"/>
                  </a:moveTo>
                  <a:cubicBezTo>
                    <a:pt x="32800" y="826"/>
                    <a:pt x="34426" y="1320"/>
                    <a:pt x="36028" y="1983"/>
                  </a:cubicBezTo>
                  <a:lnTo>
                    <a:pt x="36092" y="2010"/>
                  </a:lnTo>
                  <a:cubicBezTo>
                    <a:pt x="39258" y="3331"/>
                    <a:pt x="42055" y="5205"/>
                    <a:pt x="44482" y="7632"/>
                  </a:cubicBezTo>
                  <a:lnTo>
                    <a:pt x="44530" y="7681"/>
                  </a:lnTo>
                  <a:cubicBezTo>
                    <a:pt x="46950" y="10113"/>
                    <a:pt x="48816" y="12914"/>
                    <a:pt x="50130" y="16085"/>
                  </a:cubicBezTo>
                  <a:lnTo>
                    <a:pt x="50156" y="16149"/>
                  </a:lnTo>
                  <a:cubicBezTo>
                    <a:pt x="51450" y="19292"/>
                    <a:pt x="52103" y="22571"/>
                    <a:pt x="52113" y="25988"/>
                  </a:cubicBezTo>
                  <a:lnTo>
                    <a:pt x="52113" y="26126"/>
                  </a:lnTo>
                  <a:lnTo>
                    <a:pt x="51783" y="31174"/>
                  </a:lnTo>
                  <a:cubicBezTo>
                    <a:pt x="51288" y="32799"/>
                    <a:pt x="50793" y="34425"/>
                    <a:pt x="50130" y="36028"/>
                  </a:cubicBezTo>
                  <a:lnTo>
                    <a:pt x="50103" y="36092"/>
                  </a:lnTo>
                  <a:cubicBezTo>
                    <a:pt x="48783" y="39258"/>
                    <a:pt x="46909" y="42054"/>
                    <a:pt x="44482" y="44481"/>
                  </a:cubicBezTo>
                  <a:lnTo>
                    <a:pt x="44433" y="44530"/>
                  </a:lnTo>
                  <a:cubicBezTo>
                    <a:pt x="42008" y="46944"/>
                    <a:pt x="39206" y="48812"/>
                    <a:pt x="36028" y="50130"/>
                  </a:cubicBezTo>
                  <a:lnTo>
                    <a:pt x="35964" y="50156"/>
                  </a:lnTo>
                  <a:cubicBezTo>
                    <a:pt x="32797" y="51460"/>
                    <a:pt x="29492" y="52113"/>
                    <a:pt x="25988" y="52113"/>
                  </a:cubicBezTo>
                  <a:lnTo>
                    <a:pt x="20939" y="51783"/>
                  </a:lnTo>
                  <a:cubicBezTo>
                    <a:pt x="19314" y="51288"/>
                    <a:pt x="17688" y="50793"/>
                    <a:pt x="16085" y="50130"/>
                  </a:cubicBezTo>
                  <a:lnTo>
                    <a:pt x="16021" y="50103"/>
                  </a:lnTo>
                  <a:cubicBezTo>
                    <a:pt x="12863" y="48787"/>
                    <a:pt x="10067" y="46914"/>
                    <a:pt x="7632" y="44481"/>
                  </a:cubicBezTo>
                  <a:lnTo>
                    <a:pt x="7583" y="44433"/>
                  </a:lnTo>
                  <a:cubicBezTo>
                    <a:pt x="5163" y="42001"/>
                    <a:pt x="3297" y="39199"/>
                    <a:pt x="1983" y="36028"/>
                  </a:cubicBezTo>
                  <a:lnTo>
                    <a:pt x="1957" y="35964"/>
                  </a:lnTo>
                  <a:cubicBezTo>
                    <a:pt x="653" y="32797"/>
                    <a:pt x="0" y="29492"/>
                    <a:pt x="0" y="25988"/>
                  </a:cubicBezTo>
                  <a:lnTo>
                    <a:pt x="331" y="20939"/>
                  </a:lnTo>
                  <a:cubicBezTo>
                    <a:pt x="826" y="19312"/>
                    <a:pt x="1321" y="17686"/>
                    <a:pt x="1983" y="16085"/>
                  </a:cubicBezTo>
                  <a:lnTo>
                    <a:pt x="2010" y="16021"/>
                  </a:lnTo>
                  <a:cubicBezTo>
                    <a:pt x="3331" y="12855"/>
                    <a:pt x="5205" y="10059"/>
                    <a:pt x="7632" y="7632"/>
                  </a:cubicBezTo>
                  <a:lnTo>
                    <a:pt x="7681" y="7583"/>
                  </a:lnTo>
                  <a:cubicBezTo>
                    <a:pt x="10113" y="5163"/>
                    <a:pt x="12914" y="3297"/>
                    <a:pt x="16085" y="1983"/>
                  </a:cubicBezTo>
                  <a:lnTo>
                    <a:pt x="16149" y="1957"/>
                  </a:lnTo>
                  <a:cubicBezTo>
                    <a:pt x="19316" y="653"/>
                    <a:pt x="22621" y="0"/>
                    <a:pt x="2612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138" name="VectorPath 138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139" name="TextBox139"/>
          <p:cNvSpPr txBox="1"/>
          <p:nvPr/>
        </p:nvSpPr>
        <p:spPr>
          <a:xfrm>
            <a:off x="395849" y="1178855"/>
            <a:ext cx="5949490" cy="5266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7498" marR="0" indent="589894" eaLnBrk="0" lvl="0">
              <a:lnSpc>
                <a:spcPct val="99899"/>
              </a:lnSpc>
              <a:spcAft>
                <a:spcPts val="2186"/>
              </a:spcAft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3918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</a:p>
          <a:p>
            <a:pPr marL="0" marR="0" indent="0" eaLnBrk="0">
              <a:lnSpc>
                <a:spcPct val="8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1333"/>
              </a:lnSpc>
              <a:spcAft>
                <a:spcPts val="20"/>
              </a:spcAft>
            </a:pP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Distribution:</a:t>
            </a:r>
          </a:p>
          <a:p>
            <a:pPr marL="279083" marR="2200682" indent="0" eaLnBrk="0">
              <a:lnSpc>
                <a:spcPct val="101333"/>
              </a:lnSpc>
              <a:spcAft>
                <a:spcPts val="0"/>
              </a:spcAft>
            </a:pP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Most</a:t>
            </a:r>
            <a:r>
              <a:rPr baseline="0" lang="en-US" altLang="zh-CN" sz="12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2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ceived</a:t>
            </a:r>
            <a:r>
              <a:rPr baseline="0" lang="en-US" altLang="zh-CN" sz="12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baseline="0" lang="en-US" altLang="zh-CN" sz="12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baseline="0" lang="en-US" altLang="zh-CN" sz="12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grades.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less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common,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  <a:p>
            <a:pPr marL="279083" marR="2735167" indent="0" eaLnBrk="0">
              <a:lnSpc>
                <a:spcPct val="100888"/>
              </a:lnSpc>
              <a:spcAft>
                <a:spcPts val="0"/>
              </a:spcAft>
            </a:pP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0" lang="en-US" altLang="zh-CN" sz="1250" kern="0" spc="8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250" kern="0" spc="8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had</a:t>
            </a:r>
            <a:r>
              <a:rPr baseline="0" lang="en-US" altLang="zh-CN" sz="1250" kern="0" spc="8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smaller</a:t>
            </a:r>
            <a:r>
              <a:rPr baseline="0" lang="en-US" altLang="zh-CN" sz="1250" kern="0" spc="8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counts.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Gender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differences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were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inimal.</a:t>
            </a:r>
          </a:p>
          <a:p>
            <a:pPr marL="0" marR="0" indent="0" eaLnBrk="0">
              <a:lnSpc>
                <a:spcPct val="10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658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168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HEATMAP</a:t>
            </a:r>
          </a:p>
          <a:p>
            <a:pPr marL="0" marR="0" indent="0" eaLnBrk="0">
              <a:lnSpc>
                <a:spcPct val="1754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11024" marR="0" indent="0" eaLnBrk="0">
              <a:lnSpc>
                <a:spcPct val="100000"/>
              </a:lnSpc>
              <a:spcAft>
                <a:spcPts val="0"/>
              </a:spcAft>
            </a:pP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heatmap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correlations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shows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</a:p>
          <a:p>
            <a:pPr marL="397323" marR="1834368" indent="-286298" eaLnBrk="0">
              <a:lnSpc>
                <a:spcPct val="99919"/>
              </a:lnSpc>
            </a:pP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most</a:t>
            </a:r>
            <a:r>
              <a:rPr baseline="0" lang="en-US" altLang="zh-CN" sz="1300" kern="0" spc="1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elationships</a:t>
            </a:r>
            <a:r>
              <a:rPr baseline="0" lang="en-US" altLang="zh-CN" sz="1300" kern="0" spc="1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</a:t>
            </a:r>
            <a:r>
              <a:rPr baseline="0" lang="en-US" altLang="zh-CN" sz="1300" kern="0" spc="1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weakly</a:t>
            </a:r>
            <a:r>
              <a:rPr baseline="0" lang="en-US" altLang="zh-CN" sz="1300" kern="0" spc="1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correlated.</a:t>
            </a:r>
            <a:r>
              <a:rPr baseline="0" lang="en-US" altLang="zh-CN" sz="13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here</a:t>
            </a:r>
            <a:r>
              <a:rPr baseline="0" lang="en-US" altLang="zh-CN" sz="1300" kern="0" spc="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</a:t>
            </a:r>
            <a:r>
              <a:rPr baseline="0" lang="en-US" altLang="zh-CN" sz="1300" kern="0" spc="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1300" kern="0" spc="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1300" kern="0" spc="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linear</a:t>
            </a:r>
            <a:r>
              <a:rPr baseline="0" lang="en-US" altLang="zh-CN" sz="1300" kern="0" spc="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relationships</a:t>
            </a:r>
            <a:r>
              <a:rPr baseline="0" lang="en-US" altLang="zh-CN" sz="13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amo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key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features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like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attendance,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3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hours,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</a:p>
        </p:txBody>
      </p:sp>
    </p:spTree>
    <p:extLst>
      <p:ext uri="{22197131-0380-48F3-6AB5-0E86B9C49762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9A08FAC0-AE75-4A44-9BDF-A8CD80962CA9"/>
          <p:cNvPicPr>
            <a:picLocks noChangeAspect="1"/>
          </p:cNvPicPr>
          <p:nvPr/>
        </p:nvPicPr>
        <p:blipFill>
          <a:blip r:embed="rId2" cstate="print">
            <a:extLst>
              <a:ext uri="{AAE2DB93-894E-4BB4-FA55-FE950789AEF3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141" name="18B4C274-13BD-4375-7F8F-291CEA042E11"/>
          <p:cNvPicPr>
            <a:picLocks noChangeAspect="1"/>
          </p:cNvPicPr>
          <p:nvPr/>
        </p:nvPicPr>
        <p:blipFill>
          <a:blip r:embed="rId3" cstate="print">
            <a:extLst>
              <a:ext uri="{21C6B821-A2DB-4967-5C95-3F3B69F6A724}"/>
            </a:extLst>
          </a:blip>
          <a:stretch>
            <a:fillRect/>
          </a:stretch>
        </p:blipFill>
        <p:spPr>
          <a:xfrm>
            <a:off x="4332507" y="2953363"/>
            <a:ext cx="2600325" cy="1562100"/>
          </a:xfrm>
          <a:prstGeom prst="rect">
            <a:avLst/>
          </a:prstGeom>
        </p:spPr>
      </p:pic>
      <p:pic>
        <p:nvPicPr>
          <p:cNvPr id="142" name="12CB8CB0-3F06-4139-460B-E96C47CA8FB4"/>
          <p:cNvPicPr>
            <a:picLocks noChangeAspect="1"/>
          </p:cNvPicPr>
          <p:nvPr/>
        </p:nvPicPr>
        <p:blipFill>
          <a:blip r:embed="rId4" cstate="print">
            <a:extLst>
              <a:ext uri="{FDCC5EE2-96C7-4297-2E8F-7BF8C15B026A}"/>
            </a:extLst>
          </a:blip>
          <a:srcRect/>
          <a:stretch>
            <a:fillRect/>
          </a:stretch>
        </p:blipFill>
        <p:spPr>
          <a:xfrm>
            <a:off x="2752728" y="7420469"/>
            <a:ext cx="4381500" cy="2333625"/>
          </a:xfrm>
          <a:prstGeom prst="rect">
            <a:avLst/>
          </a:prstGeom>
        </p:spPr>
      </p:pic>
      <p:sp>
        <p:nvSpPr>
          <p:cNvPr id="143" name="VectorPath 143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144" name="TextBox144"/>
          <p:cNvSpPr txBox="1"/>
          <p:nvPr/>
        </p:nvSpPr>
        <p:spPr>
          <a:xfrm>
            <a:off x="395849" y="1178855"/>
            <a:ext cx="5949490" cy="28500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7498" marR="0" indent="589894" eaLnBrk="0" lvl="0">
              <a:lnSpc>
                <a:spcPct val="100552"/>
              </a:lnSpc>
              <a:spcAft>
                <a:spcPts val="2149"/>
              </a:spcAft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9019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ATTENDANCE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</a:p>
          <a:p>
            <a:pPr marL="0" marR="0" indent="0" eaLnBrk="0">
              <a:lnSpc>
                <a:spcPct val="8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2406656" indent="0" eaLnBrk="0">
              <a:lnSpc>
                <a:spcPct val="101066"/>
              </a:lnSpc>
              <a:spcAft>
                <a:spcPts val="0"/>
              </a:spcAft>
            </a:pP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2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trend</a:t>
            </a:r>
            <a:r>
              <a:rPr baseline="0" lang="en-US" altLang="zh-CN" sz="12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line</a:t>
            </a:r>
            <a:r>
              <a:rPr baseline="0" lang="en-US" altLang="zh-CN" sz="12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gests</a:t>
            </a:r>
            <a:r>
              <a:rPr baseline="0" lang="en-US" altLang="zh-CN" sz="12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2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</a:t>
            </a:r>
            <a:r>
              <a:rPr baseline="0" lang="en-US" altLang="zh-CN" sz="12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positive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12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2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attendance</a:t>
            </a:r>
            <a:r>
              <a:rPr baseline="0" lang="en-US" altLang="zh-CN" sz="12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2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2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2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2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1250" kern="0" spc="5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attendance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tend</a:t>
            </a:r>
            <a:r>
              <a:rPr baseline="0" lang="en-US" altLang="zh-CN" sz="12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2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</a:t>
            </a:r>
            <a:r>
              <a:rPr baseline="0" lang="en-US" altLang="zh-CN" sz="12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slightly</a:t>
            </a:r>
            <a:r>
              <a:rPr baseline="0" lang="en-US" altLang="zh-CN" sz="12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better.</a:t>
            </a:r>
            <a:r>
              <a:rPr baseline="0" lang="en-US" altLang="zh-CN" sz="12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However,</a:t>
            </a:r>
            <a:r>
              <a:rPr baseline="0" lang="en-US" altLang="zh-CN" sz="12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remains</a:t>
            </a:r>
            <a:r>
              <a:rPr baseline="0" lang="en-US" altLang="zh-CN" sz="12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weak.</a:t>
            </a:r>
          </a:p>
        </p:txBody>
      </p:sp>
      <p:sp>
        <p:nvSpPr>
          <p:cNvPr id="145" name="TextBox145"/>
          <p:cNvSpPr txBox="1"/>
          <p:nvPr/>
        </p:nvSpPr>
        <p:spPr>
          <a:xfrm>
            <a:off x="255178" y="5705419"/>
            <a:ext cx="4312800" cy="13567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9425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</a:p>
          <a:p>
            <a:pPr marL="0" marR="0" indent="0" eaLnBrk="0">
              <a:lnSpc>
                <a:spcPct val="99712"/>
              </a:lnSpc>
            </a:pPr>
            <a:r>
              <a:rPr lang="en-US" altLang="zh-CN" sz="14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ERFORMANCE</a:t>
            </a:r>
          </a:p>
          <a:p>
            <a:pPr marL="0" marR="0" indent="0" eaLnBrk="0">
              <a:lnSpc>
                <a:spcPct val="81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1835" marR="283752" indent="0" eaLnBrk="0">
              <a:lnSpc>
                <a:spcPct val="99919"/>
              </a:lnSpc>
            </a:pP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ts'</a:t>
            </a:r>
            <a:r>
              <a:rPr baseline="0" lang="en-US" altLang="zh-CN" sz="1300" kern="0" spc="3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300" kern="0" spc="3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300" kern="0" spc="3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</a:t>
            </a:r>
            <a:r>
              <a:rPr baseline="0" lang="en-US" altLang="zh-CN" sz="1300" kern="0" spc="3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minimal</a:t>
            </a:r>
            <a:r>
              <a:rPr baseline="0" lang="en-US" altLang="zh-CN" sz="1300" kern="0" spc="3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variance</a:t>
            </a:r>
            <a:r>
              <a:rPr baseline="0" lang="en-US" altLang="zh-CN" sz="13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levels.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300" kern="0" spc="3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implies</a:t>
            </a:r>
            <a:r>
              <a:rPr baseline="0" lang="en-US" altLang="zh-CN" sz="13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parental</a:t>
            </a:r>
            <a:r>
              <a:rPr baseline="0" lang="en-US" altLang="zh-CN" sz="1300" kern="0" spc="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300" kern="0" spc="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may</a:t>
            </a:r>
            <a:r>
              <a:rPr baseline="0" lang="en-US" altLang="zh-CN" sz="1300" kern="0" spc="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300" kern="0" spc="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directly</a:t>
            </a:r>
            <a:r>
              <a:rPr baseline="0" lang="en-US" altLang="zh-CN" sz="1300" kern="0" spc="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influence</a:t>
            </a:r>
            <a:r>
              <a:rPr baseline="0" lang="en-US" altLang="zh-CN" sz="13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3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</a:p>
        </p:txBody>
      </p:sp>
    </p:spTree>
    <p:extLst>
      <p:ext uri="{2FDA598F-1BAE-41BB-E379-6DB882EDD57C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B3AE6B23-525F-4E0F-56AE-B30F7F39E47D"/>
          <p:cNvPicPr>
            <a:picLocks noChangeAspect="1"/>
          </p:cNvPicPr>
          <p:nvPr/>
        </p:nvPicPr>
        <p:blipFill>
          <a:blip r:embed="rId2" cstate="print">
            <a:extLst>
              <a:ext uri="{94B441AF-BD73-4818-601F-26311B8EA2C4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147" name="Combination 147"/>
          <p:cNvGrpSpPr/>
          <p:nvPr/>
        </p:nvGrpSpPr>
        <p:grpSpPr>
          <a:xfrm>
            <a:off x="525847" y="3853953"/>
            <a:ext cx="6629868" cy="5760171"/>
            <a:chOff x="525847" y="3853953"/>
            <a:chExt cx="6629868" cy="5760171"/>
          </a:xfrm>
        </p:grpSpPr>
        <p:sp>
          <p:nvSpPr>
            <p:cNvPr id="148" name="VectorPath 148"/>
            <p:cNvSpPr/>
            <p:nvPr/>
          </p:nvSpPr>
          <p:spPr>
            <a:xfrm>
              <a:off x="525847" y="4280694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5" y="970"/>
                    <a:pt x="40455" y="1552"/>
                    <a:pt x="42337" y="2330"/>
                  </a:cubicBezTo>
                  <a:lnTo>
                    <a:pt x="42413" y="2362"/>
                  </a:lnTo>
                  <a:cubicBezTo>
                    <a:pt x="46133" y="3914"/>
                    <a:pt x="49419" y="6116"/>
                    <a:pt x="52271" y="8968"/>
                  </a:cubicBezTo>
                  <a:lnTo>
                    <a:pt x="52329" y="9026"/>
                  </a:lnTo>
                  <a:cubicBezTo>
                    <a:pt x="55172" y="11883"/>
                    <a:pt x="57365" y="15176"/>
                    <a:pt x="58909" y="18902"/>
                  </a:cubicBezTo>
                  <a:lnTo>
                    <a:pt x="58940" y="18977"/>
                  </a:lnTo>
                  <a:cubicBezTo>
                    <a:pt x="60463" y="22681"/>
                    <a:pt x="61229" y="26534"/>
                    <a:pt x="61240" y="30538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69" y="38547"/>
                    <a:pt x="59686" y="40462"/>
                    <a:pt x="58878" y="42413"/>
                  </a:cubicBezTo>
                  <a:lnTo>
                    <a:pt x="56249" y="47744"/>
                  </a:lnTo>
                  <a:cubicBezTo>
                    <a:pt x="54978" y="49290"/>
                    <a:pt x="53707" y="50836"/>
                    <a:pt x="52214" y="52329"/>
                  </a:cubicBezTo>
                  <a:lnTo>
                    <a:pt x="47744" y="56249"/>
                  </a:lnTo>
                  <a:cubicBezTo>
                    <a:pt x="45983" y="57188"/>
                    <a:pt x="44220" y="58129"/>
                    <a:pt x="42337" y="58909"/>
                  </a:cubicBezTo>
                  <a:lnTo>
                    <a:pt x="42262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698" y="60270"/>
                    <a:pt x="20787" y="59689"/>
                    <a:pt x="18902" y="58909"/>
                  </a:cubicBezTo>
                  <a:lnTo>
                    <a:pt x="18827" y="58878"/>
                  </a:lnTo>
                  <a:cubicBezTo>
                    <a:pt x="15116" y="57331"/>
                    <a:pt x="11829" y="55130"/>
                    <a:pt x="8968" y="52271"/>
                  </a:cubicBezTo>
                  <a:lnTo>
                    <a:pt x="8911" y="52214"/>
                  </a:lnTo>
                  <a:cubicBezTo>
                    <a:pt x="6074" y="49364"/>
                    <a:pt x="3879" y="46072"/>
                    <a:pt x="2331" y="42337"/>
                  </a:cubicBezTo>
                  <a:lnTo>
                    <a:pt x="2300" y="42263"/>
                  </a:lnTo>
                  <a:cubicBezTo>
                    <a:pt x="767" y="38534"/>
                    <a:pt x="0" y="34653"/>
                    <a:pt x="0" y="30538"/>
                  </a:cubicBezTo>
                  <a:lnTo>
                    <a:pt x="388" y="24606"/>
                  </a:lnTo>
                  <a:cubicBezTo>
                    <a:pt x="971" y="22692"/>
                    <a:pt x="1554" y="20778"/>
                    <a:pt x="2331" y="18902"/>
                  </a:cubicBezTo>
                  <a:lnTo>
                    <a:pt x="2362" y="18827"/>
                  </a:lnTo>
                  <a:cubicBezTo>
                    <a:pt x="3909" y="15115"/>
                    <a:pt x="6110" y="11828"/>
                    <a:pt x="8968" y="8968"/>
                  </a:cubicBezTo>
                  <a:lnTo>
                    <a:pt x="9026" y="8911"/>
                  </a:lnTo>
                  <a:cubicBezTo>
                    <a:pt x="11884" y="6068"/>
                    <a:pt x="15176" y="3874"/>
                    <a:pt x="18902" y="2330"/>
                  </a:cubicBezTo>
                  <a:lnTo>
                    <a:pt x="18977" y="2299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49" name="VectorPath 149"/>
            <p:cNvSpPr/>
            <p:nvPr/>
          </p:nvSpPr>
          <p:spPr>
            <a:xfrm>
              <a:off x="525847" y="4746116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5" y="971"/>
                    <a:pt x="40455" y="1552"/>
                    <a:pt x="42337" y="2330"/>
                  </a:cubicBezTo>
                  <a:lnTo>
                    <a:pt x="42413" y="2362"/>
                  </a:lnTo>
                  <a:cubicBezTo>
                    <a:pt x="46133" y="3914"/>
                    <a:pt x="49419" y="6116"/>
                    <a:pt x="52271" y="8968"/>
                  </a:cubicBezTo>
                  <a:lnTo>
                    <a:pt x="52329" y="9026"/>
                  </a:lnTo>
                  <a:cubicBezTo>
                    <a:pt x="55172" y="11884"/>
                    <a:pt x="57365" y="15176"/>
                    <a:pt x="58909" y="18902"/>
                  </a:cubicBezTo>
                  <a:lnTo>
                    <a:pt x="58940" y="18977"/>
                  </a:lnTo>
                  <a:cubicBezTo>
                    <a:pt x="60463" y="22681"/>
                    <a:pt x="61229" y="26534"/>
                    <a:pt x="61240" y="30539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69" y="38544"/>
                    <a:pt x="59688" y="40456"/>
                    <a:pt x="58909" y="42338"/>
                  </a:cubicBezTo>
                  <a:lnTo>
                    <a:pt x="58878" y="42413"/>
                  </a:lnTo>
                  <a:cubicBezTo>
                    <a:pt x="57325" y="46133"/>
                    <a:pt x="55123" y="49419"/>
                    <a:pt x="52214" y="52329"/>
                  </a:cubicBezTo>
                  <a:lnTo>
                    <a:pt x="47744" y="56249"/>
                  </a:lnTo>
                  <a:cubicBezTo>
                    <a:pt x="45984" y="57187"/>
                    <a:pt x="44221" y="58127"/>
                    <a:pt x="42337" y="58909"/>
                  </a:cubicBezTo>
                  <a:lnTo>
                    <a:pt x="42262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692" y="60268"/>
                    <a:pt x="20778" y="59686"/>
                    <a:pt x="18902" y="58909"/>
                  </a:cubicBezTo>
                  <a:lnTo>
                    <a:pt x="18827" y="58877"/>
                  </a:lnTo>
                  <a:cubicBezTo>
                    <a:pt x="15112" y="57329"/>
                    <a:pt x="11823" y="55126"/>
                    <a:pt x="8911" y="52214"/>
                  </a:cubicBezTo>
                  <a:lnTo>
                    <a:pt x="4991" y="47744"/>
                  </a:lnTo>
                  <a:cubicBezTo>
                    <a:pt x="4051" y="45981"/>
                    <a:pt x="3111" y="44219"/>
                    <a:pt x="2331" y="42338"/>
                  </a:cubicBezTo>
                  <a:lnTo>
                    <a:pt x="2300" y="42263"/>
                  </a:lnTo>
                  <a:cubicBezTo>
                    <a:pt x="768" y="38541"/>
                    <a:pt x="0" y="34657"/>
                    <a:pt x="0" y="30539"/>
                  </a:cubicBezTo>
                  <a:lnTo>
                    <a:pt x="388" y="24607"/>
                  </a:lnTo>
                  <a:cubicBezTo>
                    <a:pt x="971" y="22692"/>
                    <a:pt x="1554" y="20778"/>
                    <a:pt x="2331" y="18902"/>
                  </a:cubicBezTo>
                  <a:lnTo>
                    <a:pt x="2362" y="18827"/>
                  </a:lnTo>
                  <a:cubicBezTo>
                    <a:pt x="3914" y="15107"/>
                    <a:pt x="6116" y="11821"/>
                    <a:pt x="8968" y="8968"/>
                  </a:cubicBezTo>
                  <a:lnTo>
                    <a:pt x="9026" y="8911"/>
                  </a:lnTo>
                  <a:cubicBezTo>
                    <a:pt x="11884" y="6067"/>
                    <a:pt x="15176" y="3875"/>
                    <a:pt x="18902" y="2330"/>
                  </a:cubicBezTo>
                  <a:lnTo>
                    <a:pt x="18977" y="2299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50" name="VectorPath 150"/>
            <p:cNvSpPr/>
            <p:nvPr/>
          </p:nvSpPr>
          <p:spPr>
            <a:xfrm>
              <a:off x="3942096" y="7302195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5" y="970"/>
                    <a:pt x="40455" y="1551"/>
                    <a:pt x="42337" y="2330"/>
                  </a:cubicBezTo>
                  <a:lnTo>
                    <a:pt x="42413" y="2361"/>
                  </a:lnTo>
                  <a:cubicBezTo>
                    <a:pt x="46127" y="3910"/>
                    <a:pt x="49417" y="6114"/>
                    <a:pt x="52329" y="9026"/>
                  </a:cubicBezTo>
                  <a:lnTo>
                    <a:pt x="56249" y="13495"/>
                  </a:lnTo>
                  <a:cubicBezTo>
                    <a:pt x="57188" y="15258"/>
                    <a:pt x="58128" y="17020"/>
                    <a:pt x="58909" y="18902"/>
                  </a:cubicBezTo>
                  <a:lnTo>
                    <a:pt x="58940" y="18977"/>
                  </a:lnTo>
                  <a:cubicBezTo>
                    <a:pt x="60460" y="22670"/>
                    <a:pt x="61228" y="26524"/>
                    <a:pt x="61240" y="30538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69" y="38543"/>
                    <a:pt x="59688" y="40454"/>
                    <a:pt x="58909" y="42337"/>
                  </a:cubicBezTo>
                  <a:lnTo>
                    <a:pt x="58878" y="42413"/>
                  </a:lnTo>
                  <a:cubicBezTo>
                    <a:pt x="57329" y="46127"/>
                    <a:pt x="55126" y="49417"/>
                    <a:pt x="52214" y="52329"/>
                  </a:cubicBezTo>
                  <a:lnTo>
                    <a:pt x="47744" y="56249"/>
                  </a:lnTo>
                  <a:cubicBezTo>
                    <a:pt x="45982" y="57188"/>
                    <a:pt x="44220" y="58128"/>
                    <a:pt x="42337" y="58909"/>
                  </a:cubicBezTo>
                  <a:lnTo>
                    <a:pt x="42263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696" y="60269"/>
                    <a:pt x="20786" y="59688"/>
                    <a:pt x="18902" y="58909"/>
                  </a:cubicBezTo>
                  <a:lnTo>
                    <a:pt x="18827" y="58878"/>
                  </a:lnTo>
                  <a:cubicBezTo>
                    <a:pt x="15112" y="57329"/>
                    <a:pt x="11823" y="55126"/>
                    <a:pt x="8911" y="52214"/>
                  </a:cubicBezTo>
                  <a:lnTo>
                    <a:pt x="4991" y="47744"/>
                  </a:lnTo>
                  <a:cubicBezTo>
                    <a:pt x="4051" y="45982"/>
                    <a:pt x="3111" y="44219"/>
                    <a:pt x="2331" y="42337"/>
                  </a:cubicBezTo>
                  <a:lnTo>
                    <a:pt x="2300" y="42263"/>
                  </a:lnTo>
                  <a:cubicBezTo>
                    <a:pt x="768" y="38541"/>
                    <a:pt x="0" y="34657"/>
                    <a:pt x="0" y="30538"/>
                  </a:cubicBezTo>
                  <a:lnTo>
                    <a:pt x="388" y="24606"/>
                  </a:lnTo>
                  <a:cubicBezTo>
                    <a:pt x="971" y="22695"/>
                    <a:pt x="1552" y="20785"/>
                    <a:pt x="2331" y="18902"/>
                  </a:cubicBezTo>
                  <a:lnTo>
                    <a:pt x="2362" y="18827"/>
                  </a:lnTo>
                  <a:cubicBezTo>
                    <a:pt x="3910" y="15112"/>
                    <a:pt x="6114" y="11823"/>
                    <a:pt x="9026" y="8911"/>
                  </a:cubicBezTo>
                  <a:lnTo>
                    <a:pt x="13495" y="4991"/>
                  </a:lnTo>
                  <a:cubicBezTo>
                    <a:pt x="15257" y="4052"/>
                    <a:pt x="17019" y="3111"/>
                    <a:pt x="18902" y="2330"/>
                  </a:cubicBezTo>
                  <a:lnTo>
                    <a:pt x="18977" y="2299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51" name="VectorPath 151"/>
            <p:cNvSpPr/>
            <p:nvPr/>
          </p:nvSpPr>
          <p:spPr>
            <a:xfrm>
              <a:off x="3942096" y="7767616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4" y="970"/>
                    <a:pt x="40455" y="1552"/>
                    <a:pt x="42337" y="2331"/>
                  </a:cubicBezTo>
                  <a:lnTo>
                    <a:pt x="42413" y="2362"/>
                  </a:lnTo>
                  <a:cubicBezTo>
                    <a:pt x="46133" y="3914"/>
                    <a:pt x="49419" y="6116"/>
                    <a:pt x="52271" y="8968"/>
                  </a:cubicBezTo>
                  <a:lnTo>
                    <a:pt x="52329" y="9026"/>
                  </a:lnTo>
                  <a:cubicBezTo>
                    <a:pt x="55172" y="11884"/>
                    <a:pt x="57365" y="15176"/>
                    <a:pt x="58909" y="18902"/>
                  </a:cubicBezTo>
                  <a:lnTo>
                    <a:pt x="58940" y="18977"/>
                  </a:lnTo>
                  <a:cubicBezTo>
                    <a:pt x="60460" y="22670"/>
                    <a:pt x="61228" y="26524"/>
                    <a:pt x="61240" y="30539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70" y="38543"/>
                    <a:pt x="59688" y="40454"/>
                    <a:pt x="58909" y="42338"/>
                  </a:cubicBezTo>
                  <a:lnTo>
                    <a:pt x="58878" y="42413"/>
                  </a:lnTo>
                  <a:cubicBezTo>
                    <a:pt x="57326" y="46133"/>
                    <a:pt x="55123" y="49419"/>
                    <a:pt x="52271" y="52271"/>
                  </a:cubicBezTo>
                  <a:lnTo>
                    <a:pt x="52214" y="52329"/>
                  </a:lnTo>
                  <a:cubicBezTo>
                    <a:pt x="49364" y="55166"/>
                    <a:pt x="46072" y="57360"/>
                    <a:pt x="42337" y="58909"/>
                  </a:cubicBezTo>
                  <a:lnTo>
                    <a:pt x="42263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697" y="60270"/>
                    <a:pt x="20786" y="59688"/>
                    <a:pt x="18902" y="58909"/>
                  </a:cubicBezTo>
                  <a:lnTo>
                    <a:pt x="18827" y="58878"/>
                  </a:lnTo>
                  <a:cubicBezTo>
                    <a:pt x="15116" y="57331"/>
                    <a:pt x="11830" y="55130"/>
                    <a:pt x="8968" y="52271"/>
                  </a:cubicBezTo>
                  <a:lnTo>
                    <a:pt x="8911" y="52214"/>
                  </a:lnTo>
                  <a:cubicBezTo>
                    <a:pt x="6068" y="49356"/>
                    <a:pt x="3874" y="46064"/>
                    <a:pt x="2331" y="42338"/>
                  </a:cubicBezTo>
                  <a:lnTo>
                    <a:pt x="2300" y="42263"/>
                  </a:lnTo>
                  <a:cubicBezTo>
                    <a:pt x="768" y="38541"/>
                    <a:pt x="0" y="34657"/>
                    <a:pt x="0" y="30539"/>
                  </a:cubicBezTo>
                  <a:lnTo>
                    <a:pt x="388" y="24606"/>
                  </a:lnTo>
                  <a:cubicBezTo>
                    <a:pt x="971" y="22695"/>
                    <a:pt x="1552" y="20784"/>
                    <a:pt x="2331" y="18902"/>
                  </a:cubicBezTo>
                  <a:lnTo>
                    <a:pt x="2362" y="18827"/>
                  </a:lnTo>
                  <a:cubicBezTo>
                    <a:pt x="3914" y="15107"/>
                    <a:pt x="6116" y="11821"/>
                    <a:pt x="8968" y="8968"/>
                  </a:cubicBezTo>
                  <a:lnTo>
                    <a:pt x="9026" y="8911"/>
                  </a:lnTo>
                  <a:cubicBezTo>
                    <a:pt x="11884" y="6068"/>
                    <a:pt x="15176" y="3874"/>
                    <a:pt x="18902" y="2331"/>
                  </a:cubicBezTo>
                  <a:lnTo>
                    <a:pt x="18977" y="2300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52" name="VectorPath 152"/>
            <p:cNvSpPr/>
            <p:nvPr/>
          </p:nvSpPr>
          <p:spPr>
            <a:xfrm>
              <a:off x="3942096" y="8233038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9"/>
                  </a:moveTo>
                  <a:cubicBezTo>
                    <a:pt x="38544" y="970"/>
                    <a:pt x="40454" y="1551"/>
                    <a:pt x="42337" y="2331"/>
                  </a:cubicBezTo>
                  <a:lnTo>
                    <a:pt x="42413" y="2362"/>
                  </a:lnTo>
                  <a:cubicBezTo>
                    <a:pt x="46133" y="3914"/>
                    <a:pt x="49419" y="6116"/>
                    <a:pt x="52329" y="9026"/>
                  </a:cubicBezTo>
                  <a:lnTo>
                    <a:pt x="56249" y="13495"/>
                  </a:lnTo>
                  <a:cubicBezTo>
                    <a:pt x="57190" y="15261"/>
                    <a:pt x="58132" y="17026"/>
                    <a:pt x="58940" y="18977"/>
                  </a:cubicBezTo>
                  <a:lnTo>
                    <a:pt x="60851" y="24606"/>
                  </a:lnTo>
                  <a:cubicBezTo>
                    <a:pt x="61040" y="26572"/>
                    <a:pt x="61235" y="28537"/>
                    <a:pt x="61240" y="30539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69" y="38544"/>
                    <a:pt x="59688" y="40456"/>
                    <a:pt x="58909" y="42338"/>
                  </a:cubicBezTo>
                  <a:lnTo>
                    <a:pt x="58878" y="42413"/>
                  </a:lnTo>
                  <a:cubicBezTo>
                    <a:pt x="57326" y="46133"/>
                    <a:pt x="55123" y="49419"/>
                    <a:pt x="52214" y="52329"/>
                  </a:cubicBezTo>
                  <a:lnTo>
                    <a:pt x="47744" y="56249"/>
                  </a:lnTo>
                  <a:cubicBezTo>
                    <a:pt x="45982" y="57188"/>
                    <a:pt x="44219" y="58129"/>
                    <a:pt x="42337" y="58909"/>
                  </a:cubicBezTo>
                  <a:lnTo>
                    <a:pt x="42263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700" y="60271"/>
                    <a:pt x="20787" y="59689"/>
                    <a:pt x="18902" y="58909"/>
                  </a:cubicBezTo>
                  <a:lnTo>
                    <a:pt x="18827" y="58878"/>
                  </a:lnTo>
                  <a:cubicBezTo>
                    <a:pt x="15112" y="57329"/>
                    <a:pt x="11823" y="55126"/>
                    <a:pt x="8911" y="52214"/>
                  </a:cubicBezTo>
                  <a:lnTo>
                    <a:pt x="4991" y="47744"/>
                  </a:lnTo>
                  <a:cubicBezTo>
                    <a:pt x="4052" y="45984"/>
                    <a:pt x="3111" y="44220"/>
                    <a:pt x="2331" y="42338"/>
                  </a:cubicBezTo>
                  <a:lnTo>
                    <a:pt x="2300" y="42263"/>
                  </a:lnTo>
                  <a:cubicBezTo>
                    <a:pt x="768" y="38541"/>
                    <a:pt x="0" y="34657"/>
                    <a:pt x="0" y="30539"/>
                  </a:cubicBezTo>
                  <a:lnTo>
                    <a:pt x="388" y="24606"/>
                  </a:lnTo>
                  <a:cubicBezTo>
                    <a:pt x="971" y="22692"/>
                    <a:pt x="1554" y="20778"/>
                    <a:pt x="2331" y="18902"/>
                  </a:cubicBezTo>
                  <a:lnTo>
                    <a:pt x="2362" y="18827"/>
                  </a:lnTo>
                  <a:cubicBezTo>
                    <a:pt x="3910" y="15112"/>
                    <a:pt x="6114" y="11823"/>
                    <a:pt x="9026" y="8911"/>
                  </a:cubicBezTo>
                  <a:lnTo>
                    <a:pt x="13495" y="4991"/>
                  </a:lnTo>
                  <a:cubicBezTo>
                    <a:pt x="15261" y="4049"/>
                    <a:pt x="17026" y="3108"/>
                    <a:pt x="18902" y="2331"/>
                  </a:cubicBezTo>
                  <a:lnTo>
                    <a:pt x="18977" y="2299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53" name="VectorPath 153"/>
            <p:cNvSpPr/>
            <p:nvPr/>
          </p:nvSpPr>
          <p:spPr>
            <a:xfrm>
              <a:off x="6293109" y="3853953"/>
              <a:ext cx="862604" cy="1637396"/>
            </a:xfrm>
            <a:custGeom>
              <a:rect l="l" t="t" r="r" b="b"/>
              <a:pathLst>
                <a:path w="862604" h="1637396">
                  <a:moveTo>
                    <a:pt x="64270" y="170"/>
                  </a:moveTo>
                  <a:cubicBezTo>
                    <a:pt x="71077" y="425"/>
                    <a:pt x="77884" y="680"/>
                    <a:pt x="84689" y="1020"/>
                  </a:cubicBezTo>
                  <a:lnTo>
                    <a:pt x="84961" y="1034"/>
                  </a:lnTo>
                  <a:cubicBezTo>
                    <a:pt x="98480" y="1714"/>
                    <a:pt x="111973" y="2729"/>
                    <a:pt x="125442" y="4078"/>
                  </a:cubicBezTo>
                  <a:lnTo>
                    <a:pt x="125713" y="4105"/>
                  </a:lnTo>
                  <a:cubicBezTo>
                    <a:pt x="139181" y="5459"/>
                    <a:pt x="152607" y="7145"/>
                    <a:pt x="165991" y="9165"/>
                  </a:cubicBezTo>
                  <a:lnTo>
                    <a:pt x="166261" y="9206"/>
                  </a:lnTo>
                  <a:cubicBezTo>
                    <a:pt x="179644" y="11230"/>
                    <a:pt x="192970" y="13584"/>
                    <a:pt x="206237" y="16270"/>
                  </a:cubicBezTo>
                  <a:lnTo>
                    <a:pt x="206504" y="16324"/>
                  </a:lnTo>
                  <a:cubicBezTo>
                    <a:pt x="219770" y="19014"/>
                    <a:pt x="232961" y="22030"/>
                    <a:pt x="246341" y="25442"/>
                  </a:cubicBezTo>
                  <a:lnTo>
                    <a:pt x="265838" y="30587"/>
                  </a:lnTo>
                  <a:cubicBezTo>
                    <a:pt x="272371" y="32517"/>
                    <a:pt x="278904" y="34445"/>
                    <a:pt x="285414" y="36456"/>
                  </a:cubicBezTo>
                  <a:lnTo>
                    <a:pt x="285674" y="36536"/>
                  </a:lnTo>
                  <a:cubicBezTo>
                    <a:pt x="298606" y="40535"/>
                    <a:pt x="311431" y="44851"/>
                    <a:pt x="324148" y="49486"/>
                  </a:cubicBezTo>
                  <a:lnTo>
                    <a:pt x="324405" y="49579"/>
                  </a:lnTo>
                  <a:cubicBezTo>
                    <a:pt x="337120" y="54218"/>
                    <a:pt x="349714" y="59169"/>
                    <a:pt x="362184" y="64433"/>
                  </a:cubicBezTo>
                  <a:lnTo>
                    <a:pt x="362436" y="64539"/>
                  </a:lnTo>
                  <a:cubicBezTo>
                    <a:pt x="374904" y="69807"/>
                    <a:pt x="387235" y="75381"/>
                    <a:pt x="399427" y="81259"/>
                  </a:cubicBezTo>
                  <a:lnTo>
                    <a:pt x="399673" y="81378"/>
                  </a:lnTo>
                  <a:cubicBezTo>
                    <a:pt x="411863" y="87261"/>
                    <a:pt x="423900" y="93443"/>
                    <a:pt x="436023" y="100054"/>
                  </a:cubicBezTo>
                  <a:lnTo>
                    <a:pt x="453644" y="109858"/>
                  </a:lnTo>
                  <a:cubicBezTo>
                    <a:pt x="459499" y="113340"/>
                    <a:pt x="465353" y="116823"/>
                    <a:pt x="471164" y="120379"/>
                  </a:cubicBezTo>
                  <a:lnTo>
                    <a:pt x="471396" y="120521"/>
                  </a:lnTo>
                  <a:cubicBezTo>
                    <a:pt x="482939" y="127591"/>
                    <a:pt x="494300" y="134942"/>
                    <a:pt x="505479" y="142575"/>
                  </a:cubicBezTo>
                  <a:lnTo>
                    <a:pt x="505704" y="142729"/>
                  </a:lnTo>
                  <a:cubicBezTo>
                    <a:pt x="516880" y="150365"/>
                    <a:pt x="527860" y="158274"/>
                    <a:pt x="538644" y="166455"/>
                  </a:cubicBezTo>
                  <a:lnTo>
                    <a:pt x="538861" y="166619"/>
                  </a:lnTo>
                  <a:cubicBezTo>
                    <a:pt x="549641" y="174804"/>
                    <a:pt x="560213" y="183252"/>
                    <a:pt x="570576" y="191960"/>
                  </a:cubicBezTo>
                  <a:lnTo>
                    <a:pt x="570784" y="192136"/>
                  </a:lnTo>
                  <a:cubicBezTo>
                    <a:pt x="581143" y="200848"/>
                    <a:pt x="591280" y="209812"/>
                    <a:pt x="601194" y="219028"/>
                  </a:cubicBezTo>
                  <a:lnTo>
                    <a:pt x="601394" y="219213"/>
                  </a:lnTo>
                  <a:cubicBezTo>
                    <a:pt x="611305" y="228432"/>
                    <a:pt x="620982" y="237890"/>
                    <a:pt x="630425" y="247589"/>
                  </a:cubicBezTo>
                  <a:lnTo>
                    <a:pt x="630615" y="247784"/>
                  </a:lnTo>
                  <a:cubicBezTo>
                    <a:pt x="640054" y="257486"/>
                    <a:pt x="649246" y="267416"/>
                    <a:pt x="658373" y="277778"/>
                  </a:cubicBezTo>
                  <a:lnTo>
                    <a:pt x="671573" y="293022"/>
                  </a:lnTo>
                  <a:cubicBezTo>
                    <a:pt x="675880" y="298298"/>
                    <a:pt x="680188" y="303575"/>
                    <a:pt x="684431" y="308907"/>
                  </a:cubicBezTo>
                  <a:lnTo>
                    <a:pt x="684600" y="309120"/>
                  </a:lnTo>
                  <a:cubicBezTo>
                    <a:pt x="693025" y="319715"/>
                    <a:pt x="701182" y="330511"/>
                    <a:pt x="709230" y="341731"/>
                  </a:cubicBezTo>
                  <a:lnTo>
                    <a:pt x="720844" y="358215"/>
                  </a:lnTo>
                  <a:cubicBezTo>
                    <a:pt x="724605" y="363895"/>
                    <a:pt x="728365" y="369575"/>
                    <a:pt x="732055" y="375302"/>
                  </a:cubicBezTo>
                  <a:lnTo>
                    <a:pt x="732202" y="375531"/>
                  </a:lnTo>
                  <a:cubicBezTo>
                    <a:pt x="739530" y="386913"/>
                    <a:pt x="746570" y="398469"/>
                    <a:pt x="753323" y="410199"/>
                  </a:cubicBezTo>
                  <a:lnTo>
                    <a:pt x="753459" y="410436"/>
                  </a:lnTo>
                  <a:cubicBezTo>
                    <a:pt x="760209" y="422169"/>
                    <a:pt x="766664" y="434062"/>
                    <a:pt x="772824" y="446115"/>
                  </a:cubicBezTo>
                  <a:lnTo>
                    <a:pt x="772948" y="446357"/>
                  </a:lnTo>
                  <a:cubicBezTo>
                    <a:pt x="779103" y="458412"/>
                    <a:pt x="784956" y="470613"/>
                    <a:pt x="790620" y="483207"/>
                  </a:cubicBezTo>
                  <a:lnTo>
                    <a:pt x="798732" y="501666"/>
                  </a:lnTo>
                  <a:cubicBezTo>
                    <a:pt x="801291" y="507979"/>
                    <a:pt x="803850" y="514292"/>
                    <a:pt x="806331" y="520638"/>
                  </a:cubicBezTo>
                  <a:lnTo>
                    <a:pt x="806430" y="520892"/>
                  </a:lnTo>
                  <a:cubicBezTo>
                    <a:pt x="811353" y="533501"/>
                    <a:pt x="815961" y="546224"/>
                    <a:pt x="820254" y="559061"/>
                  </a:cubicBezTo>
                  <a:lnTo>
                    <a:pt x="820340" y="559319"/>
                  </a:lnTo>
                  <a:cubicBezTo>
                    <a:pt x="824628" y="572158"/>
                    <a:pt x="828596" y="585095"/>
                    <a:pt x="832316" y="598393"/>
                  </a:cubicBezTo>
                  <a:lnTo>
                    <a:pt x="837584" y="617857"/>
                  </a:lnTo>
                  <a:cubicBezTo>
                    <a:pt x="839172" y="624481"/>
                    <a:pt x="840760" y="631105"/>
                    <a:pt x="842266" y="637750"/>
                  </a:cubicBezTo>
                  <a:lnTo>
                    <a:pt x="842327" y="638016"/>
                  </a:lnTo>
                  <a:cubicBezTo>
                    <a:pt x="845313" y="651218"/>
                    <a:pt x="847971" y="664486"/>
                    <a:pt x="850300" y="677820"/>
                  </a:cubicBezTo>
                  <a:lnTo>
                    <a:pt x="850347" y="678088"/>
                  </a:lnTo>
                  <a:cubicBezTo>
                    <a:pt x="852671" y="691423"/>
                    <a:pt x="854664" y="704807"/>
                    <a:pt x="856324" y="718241"/>
                  </a:cubicBezTo>
                  <a:lnTo>
                    <a:pt x="856357" y="718512"/>
                  </a:lnTo>
                  <a:cubicBezTo>
                    <a:pt x="858014" y="731944"/>
                    <a:pt x="859336" y="745412"/>
                    <a:pt x="860324" y="758913"/>
                  </a:cubicBezTo>
                  <a:lnTo>
                    <a:pt x="860344" y="759184"/>
                  </a:lnTo>
                  <a:cubicBezTo>
                    <a:pt x="861328" y="772683"/>
                    <a:pt x="861976" y="786200"/>
                    <a:pt x="862289" y="799733"/>
                  </a:cubicBezTo>
                  <a:lnTo>
                    <a:pt x="862295" y="800005"/>
                  </a:lnTo>
                  <a:cubicBezTo>
                    <a:pt x="862604" y="813538"/>
                    <a:pt x="862577" y="827069"/>
                    <a:pt x="862214" y="840600"/>
                  </a:cubicBezTo>
                  <a:lnTo>
                    <a:pt x="862207" y="840873"/>
                  </a:lnTo>
                  <a:cubicBezTo>
                    <a:pt x="861840" y="854404"/>
                    <a:pt x="861138" y="867917"/>
                    <a:pt x="860101" y="881413"/>
                  </a:cubicBezTo>
                  <a:lnTo>
                    <a:pt x="860080" y="881685"/>
                  </a:lnTo>
                  <a:cubicBezTo>
                    <a:pt x="859038" y="895181"/>
                    <a:pt x="857662" y="908642"/>
                    <a:pt x="855953" y="922070"/>
                  </a:cubicBezTo>
                  <a:lnTo>
                    <a:pt x="855919" y="922340"/>
                  </a:lnTo>
                  <a:cubicBezTo>
                    <a:pt x="854204" y="935767"/>
                    <a:pt x="852158" y="949143"/>
                    <a:pt x="849781" y="962469"/>
                  </a:cubicBezTo>
                  <a:lnTo>
                    <a:pt x="849734" y="962737"/>
                  </a:lnTo>
                  <a:cubicBezTo>
                    <a:pt x="847352" y="976061"/>
                    <a:pt x="844641" y="989319"/>
                    <a:pt x="841601" y="1002509"/>
                  </a:cubicBezTo>
                  <a:lnTo>
                    <a:pt x="841541" y="1002775"/>
                  </a:lnTo>
                  <a:cubicBezTo>
                    <a:pt x="838496" y="1015964"/>
                    <a:pt x="835127" y="1029070"/>
                    <a:pt x="831433" y="1042092"/>
                  </a:cubicBezTo>
                  <a:lnTo>
                    <a:pt x="831359" y="1042354"/>
                  </a:lnTo>
                  <a:cubicBezTo>
                    <a:pt x="827661" y="1055375"/>
                    <a:pt x="823642" y="1068296"/>
                    <a:pt x="819303" y="1081117"/>
                  </a:cubicBezTo>
                  <a:lnTo>
                    <a:pt x="819216" y="1081376"/>
                  </a:lnTo>
                  <a:cubicBezTo>
                    <a:pt x="814872" y="1094196"/>
                    <a:pt x="810214" y="1106900"/>
                    <a:pt x="805240" y="1119489"/>
                  </a:cubicBezTo>
                  <a:lnTo>
                    <a:pt x="805140" y="1119743"/>
                  </a:lnTo>
                  <a:cubicBezTo>
                    <a:pt x="800162" y="1132328"/>
                    <a:pt x="794875" y="1144786"/>
                    <a:pt x="789279" y="1157111"/>
                  </a:cubicBezTo>
                  <a:lnTo>
                    <a:pt x="789167" y="1157360"/>
                  </a:lnTo>
                  <a:cubicBezTo>
                    <a:pt x="783567" y="1169683"/>
                    <a:pt x="777665" y="1181860"/>
                    <a:pt x="771461" y="1193890"/>
                  </a:cubicBezTo>
                  <a:lnTo>
                    <a:pt x="771336" y="1194132"/>
                  </a:lnTo>
                  <a:cubicBezTo>
                    <a:pt x="765129" y="1206161"/>
                    <a:pt x="758626" y="1218028"/>
                    <a:pt x="751831" y="1229734"/>
                  </a:cubicBezTo>
                  <a:lnTo>
                    <a:pt x="751693" y="1229970"/>
                  </a:lnTo>
                  <a:cubicBezTo>
                    <a:pt x="744893" y="1241673"/>
                    <a:pt x="737807" y="1253201"/>
                    <a:pt x="730435" y="1264553"/>
                  </a:cubicBezTo>
                  <a:lnTo>
                    <a:pt x="730286" y="1264782"/>
                  </a:lnTo>
                  <a:cubicBezTo>
                    <a:pt x="722911" y="1276132"/>
                    <a:pt x="715258" y="1287292"/>
                    <a:pt x="707329" y="1298262"/>
                  </a:cubicBezTo>
                  <a:lnTo>
                    <a:pt x="707169" y="1298483"/>
                  </a:lnTo>
                  <a:cubicBezTo>
                    <a:pt x="699236" y="1309450"/>
                    <a:pt x="691036" y="1320214"/>
                    <a:pt x="682569" y="1330775"/>
                  </a:cubicBezTo>
                  <a:lnTo>
                    <a:pt x="682398" y="1330988"/>
                  </a:lnTo>
                  <a:cubicBezTo>
                    <a:pt x="673927" y="1341546"/>
                    <a:pt x="665201" y="1351887"/>
                    <a:pt x="656217" y="1362012"/>
                  </a:cubicBezTo>
                  <a:lnTo>
                    <a:pt x="656036" y="1362216"/>
                  </a:lnTo>
                  <a:cubicBezTo>
                    <a:pt x="647049" y="1372338"/>
                    <a:pt x="637817" y="1382231"/>
                    <a:pt x="628149" y="1392090"/>
                  </a:cubicBezTo>
                  <a:lnTo>
                    <a:pt x="613909" y="1406367"/>
                  </a:lnTo>
                  <a:cubicBezTo>
                    <a:pt x="608961" y="1411049"/>
                    <a:pt x="604013" y="1415730"/>
                    <a:pt x="599006" y="1420350"/>
                  </a:cubicBezTo>
                  <a:lnTo>
                    <a:pt x="598806" y="1420535"/>
                  </a:lnTo>
                  <a:cubicBezTo>
                    <a:pt x="588854" y="1429711"/>
                    <a:pt x="578682" y="1438635"/>
                    <a:pt x="568079" y="1447480"/>
                  </a:cubicBezTo>
                  <a:lnTo>
                    <a:pt x="552488" y="1460267"/>
                  </a:lnTo>
                  <a:cubicBezTo>
                    <a:pt x="547097" y="1464432"/>
                    <a:pt x="541707" y="1468597"/>
                    <a:pt x="536046" y="1472859"/>
                  </a:cubicBezTo>
                  <a:lnTo>
                    <a:pt x="519836" y="1484851"/>
                  </a:lnTo>
                  <a:cubicBezTo>
                    <a:pt x="514245" y="1488742"/>
                    <a:pt x="508653" y="1492633"/>
                    <a:pt x="502787" y="1496607"/>
                  </a:cubicBezTo>
                  <a:lnTo>
                    <a:pt x="485999" y="1507776"/>
                  </a:lnTo>
                  <a:cubicBezTo>
                    <a:pt x="480220" y="1511382"/>
                    <a:pt x="474441" y="1514989"/>
                    <a:pt x="468617" y="1518524"/>
                  </a:cubicBezTo>
                  <a:lnTo>
                    <a:pt x="468383" y="1518666"/>
                  </a:lnTo>
                  <a:cubicBezTo>
                    <a:pt x="456811" y="1525685"/>
                    <a:pt x="445070" y="1532413"/>
                    <a:pt x="432923" y="1538980"/>
                  </a:cubicBezTo>
                  <a:lnTo>
                    <a:pt x="415105" y="1548420"/>
                  </a:lnTo>
                  <a:cubicBezTo>
                    <a:pt x="408996" y="1551432"/>
                    <a:pt x="402886" y="1554445"/>
                    <a:pt x="396738" y="1557382"/>
                  </a:cubicBezTo>
                  <a:lnTo>
                    <a:pt x="396492" y="1557500"/>
                  </a:lnTo>
                  <a:cubicBezTo>
                    <a:pt x="384277" y="1563330"/>
                    <a:pt x="371924" y="1568855"/>
                    <a:pt x="359434" y="1574073"/>
                  </a:cubicBezTo>
                  <a:lnTo>
                    <a:pt x="359183" y="1574178"/>
                  </a:lnTo>
                  <a:cubicBezTo>
                    <a:pt x="346692" y="1579392"/>
                    <a:pt x="334078" y="1584293"/>
                    <a:pt x="321344" y="1588881"/>
                  </a:cubicBezTo>
                  <a:lnTo>
                    <a:pt x="321088" y="1588974"/>
                  </a:lnTo>
                  <a:cubicBezTo>
                    <a:pt x="308351" y="1593558"/>
                    <a:pt x="295510" y="1597823"/>
                    <a:pt x="282302" y="1601850"/>
                  </a:cubicBezTo>
                  <a:lnTo>
                    <a:pt x="262965" y="1607567"/>
                  </a:lnTo>
                  <a:cubicBezTo>
                    <a:pt x="256379" y="1609308"/>
                    <a:pt x="249794" y="1611049"/>
                    <a:pt x="242921" y="1612775"/>
                  </a:cubicBezTo>
                  <a:lnTo>
                    <a:pt x="223323" y="1617520"/>
                  </a:lnTo>
                  <a:cubicBezTo>
                    <a:pt x="216658" y="1618930"/>
                    <a:pt x="209995" y="1620340"/>
                    <a:pt x="203312" y="1621667"/>
                  </a:cubicBezTo>
                  <a:lnTo>
                    <a:pt x="203045" y="1621720"/>
                  </a:lnTo>
                  <a:cubicBezTo>
                    <a:pt x="189767" y="1624353"/>
                    <a:pt x="176433" y="1626655"/>
                    <a:pt x="163041" y="1628626"/>
                  </a:cubicBezTo>
                  <a:lnTo>
                    <a:pt x="162771" y="1628665"/>
                  </a:lnTo>
                  <a:cubicBezTo>
                    <a:pt x="149379" y="1630632"/>
                    <a:pt x="135946" y="1632265"/>
                    <a:pt x="122473" y="1633566"/>
                  </a:cubicBezTo>
                  <a:lnTo>
                    <a:pt x="122202" y="1633592"/>
                  </a:lnTo>
                  <a:cubicBezTo>
                    <a:pt x="108728" y="1634887"/>
                    <a:pt x="95231" y="1635848"/>
                    <a:pt x="81709" y="1636475"/>
                  </a:cubicBezTo>
                  <a:lnTo>
                    <a:pt x="81437" y="1636487"/>
                  </a:lnTo>
                  <a:cubicBezTo>
                    <a:pt x="67916" y="1637109"/>
                    <a:pt x="54387" y="1637395"/>
                    <a:pt x="40579" y="1637345"/>
                  </a:cubicBezTo>
                  <a:lnTo>
                    <a:pt x="20416" y="1637101"/>
                  </a:lnTo>
                  <a:cubicBezTo>
                    <a:pt x="13608" y="1636821"/>
                    <a:pt x="6803" y="1636542"/>
                    <a:pt x="0" y="1636177"/>
                  </a:cubicBezTo>
                  <a:lnTo>
                    <a:pt x="43834" y="818676"/>
                  </a:lnTo>
                  <a:lnTo>
                    <a:pt x="43834" y="0"/>
                  </a:lnTo>
                  <a:lnTo>
                    <a:pt x="44106" y="0"/>
                  </a:lnTo>
                </a:path>
              </a:pathLst>
            </a:custGeom>
            <a:solidFill>
              <a:srgbClr val="0068C0">
                <a:alpha val="100000"/>
              </a:srgbClr>
            </a:solidFill>
          </p:spPr>
        </p:sp>
        <p:sp>
          <p:nvSpPr>
            <p:cNvPr id="154" name="VectorPath 154"/>
            <p:cNvSpPr/>
            <p:nvPr/>
          </p:nvSpPr>
          <p:spPr>
            <a:xfrm>
              <a:off x="5517854" y="3853953"/>
              <a:ext cx="819090" cy="1636177"/>
            </a:xfrm>
            <a:custGeom>
              <a:rect l="l" t="t" r="r" b="b"/>
              <a:pathLst>
                <a:path w="819090" h="1636177">
                  <a:moveTo>
                    <a:pt x="819090" y="818676"/>
                  </a:moveTo>
                  <a:lnTo>
                    <a:pt x="775256" y="1636177"/>
                  </a:lnTo>
                  <a:lnTo>
                    <a:pt x="774981" y="1636162"/>
                  </a:lnTo>
                  <a:cubicBezTo>
                    <a:pt x="748757" y="1634747"/>
                    <a:pt x="722662" y="1632077"/>
                    <a:pt x="696695" y="1628151"/>
                  </a:cubicBezTo>
                  <a:lnTo>
                    <a:pt x="696423" y="1628109"/>
                  </a:lnTo>
                  <a:cubicBezTo>
                    <a:pt x="670458" y="1624174"/>
                    <a:pt x="644741" y="1619002"/>
                    <a:pt x="619273" y="1612592"/>
                  </a:cubicBezTo>
                  <a:lnTo>
                    <a:pt x="619006" y="1612525"/>
                  </a:lnTo>
                  <a:cubicBezTo>
                    <a:pt x="593541" y="1606107"/>
                    <a:pt x="568442" y="1598481"/>
                    <a:pt x="543710" y="1589647"/>
                  </a:cubicBezTo>
                  <a:lnTo>
                    <a:pt x="543451" y="1589555"/>
                  </a:lnTo>
                  <a:cubicBezTo>
                    <a:pt x="518723" y="1580712"/>
                    <a:pt x="494476" y="1570704"/>
                    <a:pt x="470710" y="1559528"/>
                  </a:cubicBezTo>
                  <a:lnTo>
                    <a:pt x="470461" y="1559411"/>
                  </a:lnTo>
                  <a:cubicBezTo>
                    <a:pt x="446699" y="1548228"/>
                    <a:pt x="423529" y="1535929"/>
                    <a:pt x="400951" y="1522516"/>
                  </a:cubicBezTo>
                  <a:lnTo>
                    <a:pt x="400714" y="1522375"/>
                  </a:lnTo>
                  <a:cubicBezTo>
                    <a:pt x="378141" y="1508955"/>
                    <a:pt x="356264" y="1494481"/>
                    <a:pt x="335082" y="1478955"/>
                  </a:cubicBezTo>
                  <a:lnTo>
                    <a:pt x="334861" y="1478792"/>
                  </a:lnTo>
                  <a:cubicBezTo>
                    <a:pt x="313685" y="1463259"/>
                    <a:pt x="293304" y="1446745"/>
                    <a:pt x="273512" y="1429067"/>
                  </a:cubicBezTo>
                  <a:lnTo>
                    <a:pt x="259011" y="1415901"/>
                  </a:lnTo>
                  <a:cubicBezTo>
                    <a:pt x="244688" y="1402358"/>
                    <a:pt x="230808" y="1388365"/>
                    <a:pt x="217427" y="1373864"/>
                  </a:cubicBezTo>
                  <a:lnTo>
                    <a:pt x="217241" y="1373662"/>
                  </a:lnTo>
                  <a:cubicBezTo>
                    <a:pt x="199437" y="1354356"/>
                    <a:pt x="182602" y="1334239"/>
                    <a:pt x="166569" y="1313093"/>
                  </a:cubicBezTo>
                  <a:lnTo>
                    <a:pt x="154861" y="1297391"/>
                  </a:lnTo>
                  <a:cubicBezTo>
                    <a:pt x="143402" y="1281352"/>
                    <a:pt x="132463" y="1264956"/>
                    <a:pt x="122112" y="1248158"/>
                  </a:cubicBezTo>
                  <a:lnTo>
                    <a:pt x="121968" y="1247924"/>
                  </a:lnTo>
                  <a:cubicBezTo>
                    <a:pt x="108198" y="1225562"/>
                    <a:pt x="95534" y="1202589"/>
                    <a:pt x="83975" y="1179008"/>
                  </a:cubicBezTo>
                  <a:lnTo>
                    <a:pt x="83854" y="1178761"/>
                  </a:lnTo>
                  <a:cubicBezTo>
                    <a:pt x="72303" y="1155176"/>
                    <a:pt x="61911" y="1131090"/>
                    <a:pt x="52677" y="1106505"/>
                  </a:cubicBezTo>
                  <a:lnTo>
                    <a:pt x="52581" y="1106247"/>
                  </a:lnTo>
                  <a:cubicBezTo>
                    <a:pt x="43356" y="1081659"/>
                    <a:pt x="35333" y="1056684"/>
                    <a:pt x="28511" y="1031324"/>
                  </a:cubicBezTo>
                  <a:lnTo>
                    <a:pt x="28440" y="1031058"/>
                  </a:lnTo>
                  <a:cubicBezTo>
                    <a:pt x="21627" y="1005695"/>
                    <a:pt x="16047" y="980064"/>
                    <a:pt x="11655" y="953893"/>
                  </a:cubicBezTo>
                  <a:lnTo>
                    <a:pt x="8570" y="934550"/>
                  </a:lnTo>
                  <a:cubicBezTo>
                    <a:pt x="5861" y="915026"/>
                    <a:pt x="3778" y="895426"/>
                    <a:pt x="2403" y="875743"/>
                  </a:cubicBezTo>
                  <a:lnTo>
                    <a:pt x="2384" y="875469"/>
                  </a:lnTo>
                  <a:cubicBezTo>
                    <a:pt x="562" y="849270"/>
                    <a:pt x="2" y="823045"/>
                    <a:pt x="704" y="796792"/>
                  </a:cubicBezTo>
                  <a:lnTo>
                    <a:pt x="712" y="796517"/>
                  </a:lnTo>
                  <a:cubicBezTo>
                    <a:pt x="1423" y="770265"/>
                    <a:pt x="3392" y="744107"/>
                    <a:pt x="6620" y="718044"/>
                  </a:cubicBezTo>
                  <a:lnTo>
                    <a:pt x="6654" y="717771"/>
                  </a:lnTo>
                  <a:cubicBezTo>
                    <a:pt x="9891" y="691709"/>
                    <a:pt x="14371" y="665863"/>
                    <a:pt x="20096" y="640232"/>
                  </a:cubicBezTo>
                  <a:lnTo>
                    <a:pt x="20156" y="639964"/>
                  </a:lnTo>
                  <a:cubicBezTo>
                    <a:pt x="25889" y="614335"/>
                    <a:pt x="32839" y="589041"/>
                    <a:pt x="41091" y="563820"/>
                  </a:cubicBezTo>
                  <a:lnTo>
                    <a:pt x="47333" y="545254"/>
                  </a:lnTo>
                  <a:cubicBezTo>
                    <a:pt x="53992" y="526702"/>
                    <a:pt x="61241" y="508373"/>
                    <a:pt x="69155" y="490299"/>
                  </a:cubicBezTo>
                  <a:lnTo>
                    <a:pt x="69265" y="490047"/>
                  </a:lnTo>
                  <a:cubicBezTo>
                    <a:pt x="79807" y="465994"/>
                    <a:pt x="91480" y="442502"/>
                    <a:pt x="104282" y="419572"/>
                  </a:cubicBezTo>
                  <a:lnTo>
                    <a:pt x="104416" y="419332"/>
                  </a:lnTo>
                  <a:cubicBezTo>
                    <a:pt x="117227" y="396406"/>
                    <a:pt x="131108" y="374148"/>
                    <a:pt x="146061" y="352559"/>
                  </a:cubicBezTo>
                  <a:lnTo>
                    <a:pt x="146217" y="352333"/>
                  </a:lnTo>
                  <a:cubicBezTo>
                    <a:pt x="161177" y="330748"/>
                    <a:pt x="177138" y="309931"/>
                    <a:pt x="194101" y="289882"/>
                  </a:cubicBezTo>
                  <a:lnTo>
                    <a:pt x="194279" y="289672"/>
                  </a:lnTo>
                  <a:cubicBezTo>
                    <a:pt x="211249" y="269629"/>
                    <a:pt x="229141" y="250448"/>
                    <a:pt x="247957" y="232126"/>
                  </a:cubicBezTo>
                  <a:lnTo>
                    <a:pt x="248154" y="231935"/>
                  </a:lnTo>
                  <a:cubicBezTo>
                    <a:pt x="266976" y="213620"/>
                    <a:pt x="286634" y="196251"/>
                    <a:pt x="307127" y="179828"/>
                  </a:cubicBezTo>
                  <a:lnTo>
                    <a:pt x="307342" y="179656"/>
                  </a:lnTo>
                  <a:cubicBezTo>
                    <a:pt x="327841" y="163240"/>
                    <a:pt x="349080" y="147846"/>
                    <a:pt x="371061" y="133473"/>
                  </a:cubicBezTo>
                  <a:lnTo>
                    <a:pt x="371291" y="133323"/>
                  </a:lnTo>
                  <a:cubicBezTo>
                    <a:pt x="393276" y="118958"/>
                    <a:pt x="415900" y="105683"/>
                    <a:pt x="439163" y="93494"/>
                  </a:cubicBezTo>
                  <a:lnTo>
                    <a:pt x="439407" y="93367"/>
                  </a:lnTo>
                  <a:cubicBezTo>
                    <a:pt x="462673" y="81187"/>
                    <a:pt x="486472" y="70153"/>
                    <a:pt x="510801" y="60264"/>
                  </a:cubicBezTo>
                  <a:lnTo>
                    <a:pt x="511055" y="60160"/>
                  </a:lnTo>
                  <a:cubicBezTo>
                    <a:pt x="535387" y="50279"/>
                    <a:pt x="560138" y="41588"/>
                    <a:pt x="585306" y="34089"/>
                  </a:cubicBezTo>
                  <a:lnTo>
                    <a:pt x="585570" y="34010"/>
                  </a:lnTo>
                  <a:cubicBezTo>
                    <a:pt x="610741" y="26520"/>
                    <a:pt x="636213" y="20255"/>
                    <a:pt x="661988" y="15215"/>
                  </a:cubicBezTo>
                  <a:lnTo>
                    <a:pt x="662257" y="15162"/>
                  </a:lnTo>
                  <a:cubicBezTo>
                    <a:pt x="688033" y="10131"/>
                    <a:pt x="713991" y="6349"/>
                    <a:pt x="740404" y="3790"/>
                  </a:cubicBezTo>
                  <a:lnTo>
                    <a:pt x="759914" y="2059"/>
                  </a:lnTo>
                  <a:cubicBezTo>
                    <a:pt x="779580" y="715"/>
                    <a:pt x="799277" y="2"/>
                    <a:pt x="819008" y="0"/>
                  </a:cubicBezTo>
                </a:path>
              </a:pathLst>
            </a:custGeom>
            <a:solidFill>
              <a:srgbClr val="F59A3D">
                <a:alpha val="100000"/>
              </a:srgbClr>
            </a:solidFill>
          </p:spPr>
        </p:sp>
        <p:sp>
          <p:nvSpPr>
            <p:cNvPr id="155" name="VectorPath 155"/>
            <p:cNvSpPr/>
            <p:nvPr/>
          </p:nvSpPr>
          <p:spPr>
            <a:xfrm>
              <a:off x="1569417" y="7007571"/>
              <a:ext cx="165781" cy="165781"/>
            </a:xfrm>
            <a:custGeom>
              <a:rect l="l" t="t" r="r" b="b"/>
              <a:pathLst>
                <a:path w="165781" h="165781">
                  <a:moveTo>
                    <a:pt x="163377" y="193"/>
                  </a:moveTo>
                  <a:cubicBezTo>
                    <a:pt x="163805" y="484"/>
                    <a:pt x="164232" y="774"/>
                    <a:pt x="164619" y="1162"/>
                  </a:cubicBezTo>
                  <a:lnTo>
                    <a:pt x="164635" y="1177"/>
                  </a:lnTo>
                  <a:cubicBezTo>
                    <a:pt x="165394" y="1944"/>
                    <a:pt x="165776" y="2866"/>
                    <a:pt x="165781" y="3945"/>
                  </a:cubicBezTo>
                  <a:lnTo>
                    <a:pt x="165781" y="161836"/>
                  </a:lnTo>
                  <a:lnTo>
                    <a:pt x="165587" y="163377"/>
                  </a:lnTo>
                  <a:cubicBezTo>
                    <a:pt x="165297" y="163804"/>
                    <a:pt x="165006" y="164232"/>
                    <a:pt x="164619" y="164619"/>
                  </a:cubicBezTo>
                  <a:lnTo>
                    <a:pt x="164604" y="164635"/>
                  </a:lnTo>
                  <a:cubicBezTo>
                    <a:pt x="163837" y="165394"/>
                    <a:pt x="162915" y="165776"/>
                    <a:pt x="161836" y="165781"/>
                  </a:cubicBezTo>
                  <a:lnTo>
                    <a:pt x="3945" y="165781"/>
                  </a:lnTo>
                  <a:lnTo>
                    <a:pt x="2404" y="165587"/>
                  </a:lnTo>
                  <a:cubicBezTo>
                    <a:pt x="1977" y="165297"/>
                    <a:pt x="1551" y="165007"/>
                    <a:pt x="1162" y="164619"/>
                  </a:cubicBezTo>
                  <a:lnTo>
                    <a:pt x="1146" y="164604"/>
                  </a:lnTo>
                  <a:cubicBezTo>
                    <a:pt x="389" y="163840"/>
                    <a:pt x="6" y="162918"/>
                    <a:pt x="0" y="161836"/>
                  </a:cubicBezTo>
                  <a:lnTo>
                    <a:pt x="0" y="3945"/>
                  </a:lnTo>
                  <a:lnTo>
                    <a:pt x="194" y="2404"/>
                  </a:lnTo>
                  <a:cubicBezTo>
                    <a:pt x="484" y="1977"/>
                    <a:pt x="773" y="1551"/>
                    <a:pt x="1162" y="1162"/>
                  </a:cubicBezTo>
                  <a:lnTo>
                    <a:pt x="1177" y="1146"/>
                  </a:lnTo>
                  <a:cubicBezTo>
                    <a:pt x="1941" y="389"/>
                    <a:pt x="2863" y="6"/>
                    <a:pt x="3945" y="0"/>
                  </a:cubicBezTo>
                  <a:lnTo>
                    <a:pt x="161836" y="0"/>
                  </a:lnTo>
                </a:path>
              </a:pathLst>
            </a:custGeom>
            <a:solidFill>
              <a:srgbClr val="76BEDD">
                <a:alpha val="100000"/>
              </a:srgbClr>
            </a:solidFill>
          </p:spPr>
        </p:sp>
        <p:sp>
          <p:nvSpPr>
            <p:cNvPr id="156" name="VectorPath 156"/>
            <p:cNvSpPr/>
            <p:nvPr/>
          </p:nvSpPr>
          <p:spPr>
            <a:xfrm>
              <a:off x="2104102" y="7007571"/>
              <a:ext cx="165781" cy="165781"/>
            </a:xfrm>
            <a:custGeom>
              <a:rect l="l" t="t" r="r" b="b"/>
              <a:pathLst>
                <a:path w="165781" h="165781">
                  <a:moveTo>
                    <a:pt x="163377" y="193"/>
                  </a:moveTo>
                  <a:cubicBezTo>
                    <a:pt x="163805" y="484"/>
                    <a:pt x="164232" y="774"/>
                    <a:pt x="164619" y="1162"/>
                  </a:cubicBezTo>
                  <a:lnTo>
                    <a:pt x="164635" y="1177"/>
                  </a:lnTo>
                  <a:cubicBezTo>
                    <a:pt x="165394" y="1944"/>
                    <a:pt x="165776" y="2866"/>
                    <a:pt x="165781" y="3945"/>
                  </a:cubicBezTo>
                  <a:lnTo>
                    <a:pt x="165781" y="161836"/>
                  </a:lnTo>
                  <a:lnTo>
                    <a:pt x="165587" y="163377"/>
                  </a:lnTo>
                  <a:cubicBezTo>
                    <a:pt x="165297" y="163805"/>
                    <a:pt x="165007" y="164232"/>
                    <a:pt x="164619" y="164619"/>
                  </a:cubicBezTo>
                  <a:lnTo>
                    <a:pt x="164604" y="164635"/>
                  </a:lnTo>
                  <a:cubicBezTo>
                    <a:pt x="163838" y="165394"/>
                    <a:pt x="162915" y="165776"/>
                    <a:pt x="161836" y="165781"/>
                  </a:cubicBezTo>
                  <a:lnTo>
                    <a:pt x="3945" y="165781"/>
                  </a:lnTo>
                  <a:lnTo>
                    <a:pt x="2404" y="165587"/>
                  </a:lnTo>
                  <a:cubicBezTo>
                    <a:pt x="1979" y="165298"/>
                    <a:pt x="1551" y="165008"/>
                    <a:pt x="1162" y="164619"/>
                  </a:cubicBezTo>
                  <a:lnTo>
                    <a:pt x="1146" y="164604"/>
                  </a:lnTo>
                  <a:cubicBezTo>
                    <a:pt x="387" y="163837"/>
                    <a:pt x="5" y="162915"/>
                    <a:pt x="0" y="161836"/>
                  </a:cubicBezTo>
                  <a:lnTo>
                    <a:pt x="0" y="3945"/>
                  </a:lnTo>
                  <a:lnTo>
                    <a:pt x="194" y="2404"/>
                  </a:lnTo>
                  <a:cubicBezTo>
                    <a:pt x="484" y="1976"/>
                    <a:pt x="774" y="1549"/>
                    <a:pt x="1162" y="1162"/>
                  </a:cubicBezTo>
                  <a:lnTo>
                    <a:pt x="1177" y="1146"/>
                  </a:lnTo>
                  <a:cubicBezTo>
                    <a:pt x="1941" y="389"/>
                    <a:pt x="2863" y="6"/>
                    <a:pt x="3945" y="0"/>
                  </a:cubicBezTo>
                  <a:lnTo>
                    <a:pt x="161836" y="0"/>
                  </a:lnTo>
                </a:path>
              </a:pathLst>
            </a:custGeom>
            <a:solidFill>
              <a:srgbClr val="488687">
                <a:alpha val="100000"/>
              </a:srgbClr>
            </a:solidFill>
          </p:spPr>
        </p:sp>
        <p:sp>
          <p:nvSpPr>
            <p:cNvPr id="157" name="VectorPath 157"/>
            <p:cNvSpPr/>
            <p:nvPr/>
          </p:nvSpPr>
          <p:spPr>
            <a:xfrm>
              <a:off x="2014897" y="7252686"/>
              <a:ext cx="1204532" cy="2361439"/>
            </a:xfrm>
            <a:custGeom>
              <a:rect l="l" t="t" r="r" b="b"/>
              <a:pathLst>
                <a:path w="1204532" h="2361439">
                  <a:moveTo>
                    <a:pt x="52916" y="240"/>
                  </a:moveTo>
                  <a:cubicBezTo>
                    <a:pt x="62628" y="600"/>
                    <a:pt x="72343" y="960"/>
                    <a:pt x="82055" y="1440"/>
                  </a:cubicBezTo>
                  <a:lnTo>
                    <a:pt x="82444" y="1460"/>
                  </a:lnTo>
                  <a:cubicBezTo>
                    <a:pt x="101736" y="2420"/>
                    <a:pt x="120993" y="3853"/>
                    <a:pt x="140215" y="5758"/>
                  </a:cubicBezTo>
                  <a:lnTo>
                    <a:pt x="140602" y="5797"/>
                  </a:lnTo>
                  <a:cubicBezTo>
                    <a:pt x="159821" y="7708"/>
                    <a:pt x="178985" y="10090"/>
                    <a:pt x="198475" y="13000"/>
                  </a:cubicBezTo>
                  <a:lnTo>
                    <a:pt x="226898" y="17487"/>
                  </a:lnTo>
                  <a:cubicBezTo>
                    <a:pt x="236456" y="19278"/>
                    <a:pt x="246008" y="21068"/>
                    <a:pt x="255541" y="22977"/>
                  </a:cubicBezTo>
                  <a:lnTo>
                    <a:pt x="255922" y="23053"/>
                  </a:lnTo>
                  <a:cubicBezTo>
                    <a:pt x="274861" y="26851"/>
                    <a:pt x="293696" y="31112"/>
                    <a:pt x="312803" y="35930"/>
                  </a:cubicBezTo>
                  <a:lnTo>
                    <a:pt x="340645" y="43198"/>
                  </a:lnTo>
                  <a:cubicBezTo>
                    <a:pt x="349976" y="45923"/>
                    <a:pt x="359307" y="48647"/>
                    <a:pt x="368606" y="51487"/>
                  </a:cubicBezTo>
                  <a:lnTo>
                    <a:pt x="368978" y="51600"/>
                  </a:lnTo>
                  <a:cubicBezTo>
                    <a:pt x="387450" y="57248"/>
                    <a:pt x="405772" y="63346"/>
                    <a:pt x="423945" y="69894"/>
                  </a:cubicBezTo>
                  <a:lnTo>
                    <a:pt x="424311" y="70026"/>
                  </a:lnTo>
                  <a:cubicBezTo>
                    <a:pt x="442481" y="76579"/>
                    <a:pt x="460480" y="83574"/>
                    <a:pt x="478307" y="91011"/>
                  </a:cubicBezTo>
                  <a:lnTo>
                    <a:pt x="478666" y="91161"/>
                  </a:lnTo>
                  <a:cubicBezTo>
                    <a:pt x="496491" y="98603"/>
                    <a:pt x="514122" y="106479"/>
                    <a:pt x="531561" y="114787"/>
                  </a:cubicBezTo>
                  <a:lnTo>
                    <a:pt x="531912" y="114954"/>
                  </a:lnTo>
                  <a:cubicBezTo>
                    <a:pt x="549347" y="123268"/>
                    <a:pt x="566568" y="132004"/>
                    <a:pt x="583575" y="141164"/>
                  </a:cubicBezTo>
                  <a:lnTo>
                    <a:pt x="583917" y="141348"/>
                  </a:lnTo>
                  <a:cubicBezTo>
                    <a:pt x="600921" y="150513"/>
                    <a:pt x="617689" y="160089"/>
                    <a:pt x="634223" y="170077"/>
                  </a:cubicBezTo>
                  <a:lnTo>
                    <a:pt x="634556" y="170278"/>
                  </a:lnTo>
                  <a:cubicBezTo>
                    <a:pt x="651086" y="180271"/>
                    <a:pt x="667362" y="190664"/>
                    <a:pt x="683382" y="201456"/>
                  </a:cubicBezTo>
                  <a:lnTo>
                    <a:pt x="683704" y="201673"/>
                  </a:lnTo>
                  <a:cubicBezTo>
                    <a:pt x="699721" y="212470"/>
                    <a:pt x="715463" y="223654"/>
                    <a:pt x="730931" y="235224"/>
                  </a:cubicBezTo>
                  <a:lnTo>
                    <a:pt x="731242" y="235457"/>
                  </a:lnTo>
                  <a:cubicBezTo>
                    <a:pt x="746706" y="247032"/>
                    <a:pt x="761877" y="258979"/>
                    <a:pt x="776755" y="271299"/>
                  </a:cubicBezTo>
                  <a:lnTo>
                    <a:pt x="777054" y="271547"/>
                  </a:lnTo>
                  <a:cubicBezTo>
                    <a:pt x="791926" y="283870"/>
                    <a:pt x="806489" y="296553"/>
                    <a:pt x="820741" y="309593"/>
                  </a:cubicBezTo>
                  <a:lnTo>
                    <a:pt x="821028" y="309856"/>
                  </a:lnTo>
                  <a:cubicBezTo>
                    <a:pt x="835274" y="322899"/>
                    <a:pt x="849193" y="336285"/>
                    <a:pt x="862782" y="350012"/>
                  </a:cubicBezTo>
                  <a:lnTo>
                    <a:pt x="863056" y="350289"/>
                  </a:lnTo>
                  <a:cubicBezTo>
                    <a:pt x="876639" y="364019"/>
                    <a:pt x="889880" y="378076"/>
                    <a:pt x="903036" y="392748"/>
                  </a:cubicBezTo>
                  <a:lnTo>
                    <a:pt x="922067" y="414331"/>
                  </a:lnTo>
                  <a:cubicBezTo>
                    <a:pt x="928284" y="421804"/>
                    <a:pt x="934501" y="429277"/>
                    <a:pt x="940871" y="437130"/>
                  </a:cubicBezTo>
                  <a:lnTo>
                    <a:pt x="958813" y="459626"/>
                  </a:lnTo>
                  <a:cubicBezTo>
                    <a:pt x="964653" y="467397"/>
                    <a:pt x="970493" y="475168"/>
                    <a:pt x="976468" y="483325"/>
                  </a:cubicBezTo>
                  <a:lnTo>
                    <a:pt x="993277" y="506681"/>
                  </a:lnTo>
                  <a:cubicBezTo>
                    <a:pt x="998727" y="514731"/>
                    <a:pt x="1004176" y="522780"/>
                    <a:pt x="1009741" y="531223"/>
                  </a:cubicBezTo>
                  <a:lnTo>
                    <a:pt x="1025375" y="555380"/>
                  </a:lnTo>
                  <a:cubicBezTo>
                    <a:pt x="1030421" y="563688"/>
                    <a:pt x="1035466" y="571997"/>
                    <a:pt x="1040409" y="580370"/>
                  </a:cubicBezTo>
                  <a:lnTo>
                    <a:pt x="1040607" y="580705"/>
                  </a:lnTo>
                  <a:cubicBezTo>
                    <a:pt x="1050423" y="597341"/>
                    <a:pt x="1059824" y="614208"/>
                    <a:pt x="1068811" y="631307"/>
                  </a:cubicBezTo>
                  <a:lnTo>
                    <a:pt x="1068992" y="631651"/>
                  </a:lnTo>
                  <a:cubicBezTo>
                    <a:pt x="1077974" y="648752"/>
                    <a:pt x="1086531" y="666063"/>
                    <a:pt x="1094664" y="683584"/>
                  </a:cubicBezTo>
                  <a:lnTo>
                    <a:pt x="1094827" y="683936"/>
                  </a:lnTo>
                  <a:cubicBezTo>
                    <a:pt x="1102954" y="701460"/>
                    <a:pt x="1110645" y="719172"/>
                    <a:pt x="1118049" y="737434"/>
                  </a:cubicBezTo>
                  <a:lnTo>
                    <a:pt x="1128637" y="764190"/>
                  </a:lnTo>
                  <a:cubicBezTo>
                    <a:pt x="1131953" y="773328"/>
                    <a:pt x="1135269" y="782465"/>
                    <a:pt x="1138600" y="792013"/>
                  </a:cubicBezTo>
                  <a:lnTo>
                    <a:pt x="1147854" y="819259"/>
                  </a:lnTo>
                  <a:cubicBezTo>
                    <a:pt x="1150715" y="828549"/>
                    <a:pt x="1153575" y="837840"/>
                    <a:pt x="1156322" y="847167"/>
                  </a:cubicBezTo>
                  <a:lnTo>
                    <a:pt x="1156431" y="847540"/>
                  </a:lnTo>
                  <a:cubicBezTo>
                    <a:pt x="1161881" y="866071"/>
                    <a:pt x="1166873" y="884725"/>
                    <a:pt x="1171407" y="903502"/>
                  </a:cubicBezTo>
                  <a:lnTo>
                    <a:pt x="1171499" y="903880"/>
                  </a:lnTo>
                  <a:cubicBezTo>
                    <a:pt x="1176026" y="922655"/>
                    <a:pt x="1180091" y="941534"/>
                    <a:pt x="1183693" y="960513"/>
                  </a:cubicBezTo>
                  <a:lnTo>
                    <a:pt x="1183765" y="960895"/>
                  </a:lnTo>
                  <a:cubicBezTo>
                    <a:pt x="1187360" y="979873"/>
                    <a:pt x="1190488" y="998929"/>
                    <a:pt x="1193148" y="1018061"/>
                  </a:cubicBezTo>
                  <a:lnTo>
                    <a:pt x="1193201" y="1018446"/>
                  </a:lnTo>
                  <a:cubicBezTo>
                    <a:pt x="1195856" y="1037579"/>
                    <a:pt x="1198038" y="1056766"/>
                    <a:pt x="1199785" y="1076393"/>
                  </a:cubicBezTo>
                  <a:lnTo>
                    <a:pt x="1202096" y="1105076"/>
                  </a:lnTo>
                  <a:cubicBezTo>
                    <a:pt x="1202598" y="1114784"/>
                    <a:pt x="1203100" y="1124491"/>
                    <a:pt x="1203498" y="1134595"/>
                  </a:cubicBezTo>
                  <a:lnTo>
                    <a:pt x="1204389" y="1163356"/>
                  </a:lnTo>
                  <a:cubicBezTo>
                    <a:pt x="1204412" y="1173079"/>
                    <a:pt x="1204434" y="1182799"/>
                    <a:pt x="1204336" y="1192520"/>
                  </a:cubicBezTo>
                  <a:lnTo>
                    <a:pt x="1204332" y="1192909"/>
                  </a:lnTo>
                  <a:cubicBezTo>
                    <a:pt x="1204132" y="1212224"/>
                    <a:pt x="1203457" y="1231523"/>
                    <a:pt x="1202309" y="1250805"/>
                  </a:cubicBezTo>
                  <a:lnTo>
                    <a:pt x="1202287" y="1251193"/>
                  </a:lnTo>
                  <a:cubicBezTo>
                    <a:pt x="1201132" y="1270475"/>
                    <a:pt x="1199506" y="1289716"/>
                    <a:pt x="1197407" y="1308918"/>
                  </a:cubicBezTo>
                  <a:lnTo>
                    <a:pt x="1197365" y="1309305"/>
                  </a:lnTo>
                  <a:cubicBezTo>
                    <a:pt x="1195259" y="1328506"/>
                    <a:pt x="1192685" y="1347644"/>
                    <a:pt x="1189579" y="1367103"/>
                  </a:cubicBezTo>
                  <a:lnTo>
                    <a:pt x="1184807" y="1395479"/>
                  </a:lnTo>
                  <a:cubicBezTo>
                    <a:pt x="1182921" y="1405013"/>
                    <a:pt x="1181034" y="1414550"/>
                    <a:pt x="1179029" y="1424065"/>
                  </a:cubicBezTo>
                  <a:lnTo>
                    <a:pt x="1178949" y="1424446"/>
                  </a:lnTo>
                  <a:cubicBezTo>
                    <a:pt x="1174961" y="1443346"/>
                    <a:pt x="1170510" y="1462136"/>
                    <a:pt x="1165599" y="1480818"/>
                  </a:cubicBezTo>
                  <a:lnTo>
                    <a:pt x="1165500" y="1481194"/>
                  </a:lnTo>
                  <a:cubicBezTo>
                    <a:pt x="1160583" y="1499874"/>
                    <a:pt x="1155211" y="1518421"/>
                    <a:pt x="1149383" y="1536838"/>
                  </a:cubicBezTo>
                  <a:lnTo>
                    <a:pt x="1149266" y="1537209"/>
                  </a:lnTo>
                  <a:cubicBezTo>
                    <a:pt x="1143432" y="1555623"/>
                    <a:pt x="1137150" y="1573883"/>
                    <a:pt x="1130420" y="1591989"/>
                  </a:cubicBezTo>
                  <a:lnTo>
                    <a:pt x="1130284" y="1592353"/>
                  </a:lnTo>
                  <a:cubicBezTo>
                    <a:pt x="1123549" y="1610457"/>
                    <a:pt x="1116373" y="1628384"/>
                    <a:pt x="1108757" y="1646136"/>
                  </a:cubicBezTo>
                  <a:lnTo>
                    <a:pt x="1108604" y="1646493"/>
                  </a:lnTo>
                  <a:cubicBezTo>
                    <a:pt x="1100982" y="1664242"/>
                    <a:pt x="1092930" y="1681794"/>
                    <a:pt x="1084276" y="1699497"/>
                  </a:cubicBezTo>
                  <a:lnTo>
                    <a:pt x="1071424" y="1725242"/>
                  </a:lnTo>
                  <a:cubicBezTo>
                    <a:pt x="1066835" y="1733808"/>
                    <a:pt x="1062245" y="1742379"/>
                    <a:pt x="1057548" y="1750894"/>
                  </a:cubicBezTo>
                  <a:lnTo>
                    <a:pt x="1057360" y="1751234"/>
                  </a:lnTo>
                  <a:cubicBezTo>
                    <a:pt x="1048025" y="1768145"/>
                    <a:pt x="1038281" y="1784816"/>
                    <a:pt x="1028127" y="1801248"/>
                  </a:cubicBezTo>
                  <a:lnTo>
                    <a:pt x="1027922" y="1801579"/>
                  </a:lnTo>
                  <a:cubicBezTo>
                    <a:pt x="1017764" y="1818008"/>
                    <a:pt x="1007208" y="1834178"/>
                    <a:pt x="996255" y="1850089"/>
                  </a:cubicBezTo>
                  <a:lnTo>
                    <a:pt x="996034" y="1850409"/>
                  </a:lnTo>
                  <a:cubicBezTo>
                    <a:pt x="985077" y="1866316"/>
                    <a:pt x="973735" y="1881945"/>
                    <a:pt x="962010" y="1897296"/>
                  </a:cubicBezTo>
                  <a:lnTo>
                    <a:pt x="961774" y="1897605"/>
                  </a:lnTo>
                  <a:cubicBezTo>
                    <a:pt x="950044" y="1912951"/>
                    <a:pt x="937945" y="1928001"/>
                    <a:pt x="925476" y="1942754"/>
                  </a:cubicBezTo>
                  <a:lnTo>
                    <a:pt x="925225" y="1943051"/>
                  </a:lnTo>
                  <a:cubicBezTo>
                    <a:pt x="912751" y="1957800"/>
                    <a:pt x="899924" y="1972234"/>
                    <a:pt x="886741" y="1986353"/>
                  </a:cubicBezTo>
                  <a:lnTo>
                    <a:pt x="886476" y="1986637"/>
                  </a:lnTo>
                  <a:cubicBezTo>
                    <a:pt x="873290" y="2000752"/>
                    <a:pt x="859764" y="2014535"/>
                    <a:pt x="845901" y="2027986"/>
                  </a:cubicBezTo>
                  <a:lnTo>
                    <a:pt x="845622" y="2028257"/>
                  </a:lnTo>
                  <a:cubicBezTo>
                    <a:pt x="831755" y="2041703"/>
                    <a:pt x="817566" y="2054801"/>
                    <a:pt x="802763" y="2067808"/>
                  </a:cubicBezTo>
                  <a:lnTo>
                    <a:pt x="780989" y="2086620"/>
                  </a:lnTo>
                  <a:cubicBezTo>
                    <a:pt x="773455" y="2092761"/>
                    <a:pt x="765920" y="2098903"/>
                    <a:pt x="758307" y="2104953"/>
                  </a:cubicBezTo>
                  <a:lnTo>
                    <a:pt x="758003" y="2105194"/>
                  </a:lnTo>
                  <a:cubicBezTo>
                    <a:pt x="742877" y="2117207"/>
                    <a:pt x="727465" y="2128842"/>
                    <a:pt x="711767" y="2140098"/>
                  </a:cubicBezTo>
                  <a:lnTo>
                    <a:pt x="711451" y="2140325"/>
                  </a:lnTo>
                  <a:cubicBezTo>
                    <a:pt x="695750" y="2151576"/>
                    <a:pt x="679782" y="2162435"/>
                    <a:pt x="663548" y="2172903"/>
                  </a:cubicBezTo>
                  <a:lnTo>
                    <a:pt x="663222" y="2173114"/>
                  </a:lnTo>
                  <a:cubicBezTo>
                    <a:pt x="646984" y="2183576"/>
                    <a:pt x="630500" y="2193633"/>
                    <a:pt x="613768" y="2203286"/>
                  </a:cubicBezTo>
                  <a:lnTo>
                    <a:pt x="613431" y="2203481"/>
                  </a:lnTo>
                  <a:cubicBezTo>
                    <a:pt x="596697" y="2213129"/>
                    <a:pt x="579736" y="2222360"/>
                    <a:pt x="562549" y="2231175"/>
                  </a:cubicBezTo>
                  <a:lnTo>
                    <a:pt x="562203" y="2231352"/>
                  </a:lnTo>
                  <a:cubicBezTo>
                    <a:pt x="545012" y="2240162"/>
                    <a:pt x="527616" y="2248544"/>
                    <a:pt x="509660" y="2256660"/>
                  </a:cubicBezTo>
                  <a:lnTo>
                    <a:pt x="483341" y="2268292"/>
                  </a:lnTo>
                  <a:cubicBezTo>
                    <a:pt x="474341" y="2271965"/>
                    <a:pt x="465341" y="2275637"/>
                    <a:pt x="455932" y="2279342"/>
                  </a:cubicBezTo>
                  <a:lnTo>
                    <a:pt x="429070" y="2289660"/>
                  </a:lnTo>
                  <a:cubicBezTo>
                    <a:pt x="419900" y="2292884"/>
                    <a:pt x="410729" y="2296108"/>
                    <a:pt x="401517" y="2299219"/>
                  </a:cubicBezTo>
                  <a:lnTo>
                    <a:pt x="401149" y="2299343"/>
                  </a:lnTo>
                  <a:cubicBezTo>
                    <a:pt x="382846" y="2305517"/>
                    <a:pt x="364403" y="2311240"/>
                    <a:pt x="345445" y="2316615"/>
                  </a:cubicBezTo>
                  <a:lnTo>
                    <a:pt x="317697" y="2324233"/>
                  </a:lnTo>
                  <a:cubicBezTo>
                    <a:pt x="308253" y="2326536"/>
                    <a:pt x="298809" y="2328840"/>
                    <a:pt x="289335" y="2331027"/>
                  </a:cubicBezTo>
                  <a:lnTo>
                    <a:pt x="288956" y="2331115"/>
                  </a:lnTo>
                  <a:cubicBezTo>
                    <a:pt x="270134" y="2335454"/>
                    <a:pt x="251216" y="2339328"/>
                    <a:pt x="232203" y="2342739"/>
                  </a:cubicBezTo>
                  <a:lnTo>
                    <a:pt x="231821" y="2342807"/>
                  </a:lnTo>
                  <a:cubicBezTo>
                    <a:pt x="212807" y="2346211"/>
                    <a:pt x="193721" y="2349147"/>
                    <a:pt x="174563" y="2351615"/>
                  </a:cubicBezTo>
                  <a:lnTo>
                    <a:pt x="174177" y="2351664"/>
                  </a:lnTo>
                  <a:cubicBezTo>
                    <a:pt x="155018" y="2354125"/>
                    <a:pt x="135811" y="2356115"/>
                    <a:pt x="116554" y="2357633"/>
                  </a:cubicBezTo>
                  <a:lnTo>
                    <a:pt x="116167" y="2357664"/>
                  </a:lnTo>
                  <a:cubicBezTo>
                    <a:pt x="96912" y="2359176"/>
                    <a:pt x="77629" y="2360215"/>
                    <a:pt x="58319" y="2360780"/>
                  </a:cubicBezTo>
                  <a:lnTo>
                    <a:pt x="57931" y="2360791"/>
                  </a:lnTo>
                  <a:cubicBezTo>
                    <a:pt x="38625" y="2361350"/>
                    <a:pt x="19314" y="2361436"/>
                    <a:pt x="0" y="2361047"/>
                  </a:cubicBezTo>
                  <a:lnTo>
                    <a:pt x="23753" y="1180643"/>
                  </a:lnTo>
                  <a:lnTo>
                    <a:pt x="23753" y="0"/>
                  </a:lnTo>
                  <a:lnTo>
                    <a:pt x="24142" y="0"/>
                  </a:lnTo>
                </a:path>
              </a:pathLst>
            </a:custGeom>
            <a:solidFill>
              <a:srgbClr val="76BEDD">
                <a:alpha val="100000"/>
              </a:srgbClr>
            </a:solidFill>
          </p:spPr>
        </p:sp>
        <p:sp>
          <p:nvSpPr>
            <p:cNvPr id="158" name="VectorPath 158"/>
            <p:cNvSpPr/>
            <p:nvPr/>
          </p:nvSpPr>
          <p:spPr>
            <a:xfrm>
              <a:off x="857878" y="7252686"/>
              <a:ext cx="1180772" cy="2361047"/>
            </a:xfrm>
            <a:custGeom>
              <a:rect l="l" t="t" r="r" b="b"/>
              <a:pathLst>
                <a:path w="1180772" h="2361047">
                  <a:moveTo>
                    <a:pt x="1180772" y="1180643"/>
                  </a:moveTo>
                  <a:lnTo>
                    <a:pt x="1157020" y="2361047"/>
                  </a:lnTo>
                  <a:lnTo>
                    <a:pt x="1156636" y="2361039"/>
                  </a:lnTo>
                  <a:cubicBezTo>
                    <a:pt x="1137570" y="2360649"/>
                    <a:pt x="1118525" y="2359798"/>
                    <a:pt x="1099501" y="2358485"/>
                  </a:cubicBezTo>
                  <a:lnTo>
                    <a:pt x="1099118" y="2358459"/>
                  </a:lnTo>
                  <a:cubicBezTo>
                    <a:pt x="1080094" y="2357140"/>
                    <a:pt x="1061113" y="2355361"/>
                    <a:pt x="1042175" y="2353123"/>
                  </a:cubicBezTo>
                  <a:lnTo>
                    <a:pt x="1041794" y="2353078"/>
                  </a:lnTo>
                  <a:cubicBezTo>
                    <a:pt x="1022857" y="2350833"/>
                    <a:pt x="1003985" y="2348130"/>
                    <a:pt x="985179" y="2344971"/>
                  </a:cubicBezTo>
                  <a:lnTo>
                    <a:pt x="984801" y="2344907"/>
                  </a:lnTo>
                  <a:cubicBezTo>
                    <a:pt x="965996" y="2341742"/>
                    <a:pt x="947278" y="2338123"/>
                    <a:pt x="928649" y="2334051"/>
                  </a:cubicBezTo>
                  <a:lnTo>
                    <a:pt x="928273" y="2333969"/>
                  </a:lnTo>
                  <a:cubicBezTo>
                    <a:pt x="909645" y="2329891"/>
                    <a:pt x="891126" y="2325364"/>
                    <a:pt x="872717" y="2320387"/>
                  </a:cubicBezTo>
                  <a:lnTo>
                    <a:pt x="872347" y="2320287"/>
                  </a:lnTo>
                  <a:cubicBezTo>
                    <a:pt x="853942" y="2315307"/>
                    <a:pt x="835665" y="2309882"/>
                    <a:pt x="817519" y="2304014"/>
                  </a:cubicBezTo>
                  <a:lnTo>
                    <a:pt x="817153" y="2303896"/>
                  </a:lnTo>
                  <a:cubicBezTo>
                    <a:pt x="799011" y="2298023"/>
                    <a:pt x="781021" y="2291714"/>
                    <a:pt x="763184" y="2284969"/>
                  </a:cubicBezTo>
                  <a:lnTo>
                    <a:pt x="762825" y="2284833"/>
                  </a:lnTo>
                  <a:cubicBezTo>
                    <a:pt x="744990" y="2278082"/>
                    <a:pt x="727330" y="2270904"/>
                    <a:pt x="709843" y="2263297"/>
                  </a:cubicBezTo>
                  <a:lnTo>
                    <a:pt x="709491" y="2263144"/>
                  </a:lnTo>
                  <a:cubicBezTo>
                    <a:pt x="692006" y="2255532"/>
                    <a:pt x="674716" y="2247501"/>
                    <a:pt x="657621" y="2239051"/>
                  </a:cubicBezTo>
                  <a:lnTo>
                    <a:pt x="657277" y="2238881"/>
                  </a:lnTo>
                  <a:cubicBezTo>
                    <a:pt x="640187" y="2230426"/>
                    <a:pt x="623308" y="2221561"/>
                    <a:pt x="606644" y="2212287"/>
                  </a:cubicBezTo>
                  <a:lnTo>
                    <a:pt x="606308" y="2212101"/>
                  </a:lnTo>
                  <a:cubicBezTo>
                    <a:pt x="589648" y="2202822"/>
                    <a:pt x="573223" y="2193145"/>
                    <a:pt x="557032" y="2183071"/>
                  </a:cubicBezTo>
                  <a:lnTo>
                    <a:pt x="556706" y="2182868"/>
                  </a:lnTo>
                  <a:cubicBezTo>
                    <a:pt x="540518" y="2172788"/>
                    <a:pt x="524584" y="2162322"/>
                    <a:pt x="508903" y="2151470"/>
                  </a:cubicBezTo>
                  <a:lnTo>
                    <a:pt x="508587" y="2151251"/>
                  </a:lnTo>
                  <a:cubicBezTo>
                    <a:pt x="492910" y="2140394"/>
                    <a:pt x="477505" y="2129164"/>
                    <a:pt x="462067" y="2117327"/>
                  </a:cubicBezTo>
                  <a:lnTo>
                    <a:pt x="439667" y="2099856"/>
                  </a:lnTo>
                  <a:cubicBezTo>
                    <a:pt x="432270" y="2093742"/>
                    <a:pt x="424873" y="2087628"/>
                    <a:pt x="417550" y="2081423"/>
                  </a:cubicBezTo>
                  <a:lnTo>
                    <a:pt x="417257" y="2081174"/>
                  </a:lnTo>
                  <a:cubicBezTo>
                    <a:pt x="402712" y="2068842"/>
                    <a:pt x="388473" y="2056165"/>
                    <a:pt x="374542" y="2043142"/>
                  </a:cubicBezTo>
                  <a:lnTo>
                    <a:pt x="374262" y="2042880"/>
                  </a:lnTo>
                  <a:cubicBezTo>
                    <a:pt x="360335" y="2029854"/>
                    <a:pt x="346732" y="2016497"/>
                    <a:pt x="333453" y="2002811"/>
                  </a:cubicBezTo>
                  <a:lnTo>
                    <a:pt x="333185" y="2002536"/>
                  </a:lnTo>
                  <a:cubicBezTo>
                    <a:pt x="319912" y="1988847"/>
                    <a:pt x="306975" y="1974843"/>
                    <a:pt x="294378" y="1960525"/>
                  </a:cubicBezTo>
                  <a:lnTo>
                    <a:pt x="294124" y="1960237"/>
                  </a:lnTo>
                  <a:cubicBezTo>
                    <a:pt x="281532" y="1945916"/>
                    <a:pt x="269295" y="1931298"/>
                    <a:pt x="257172" y="1916084"/>
                  </a:cubicBezTo>
                  <a:lnTo>
                    <a:pt x="239652" y="1893721"/>
                  </a:lnTo>
                  <a:cubicBezTo>
                    <a:pt x="233951" y="1886003"/>
                    <a:pt x="228249" y="1878283"/>
                    <a:pt x="222640" y="1870493"/>
                  </a:cubicBezTo>
                  <a:lnTo>
                    <a:pt x="222416" y="1870182"/>
                  </a:lnTo>
                  <a:cubicBezTo>
                    <a:pt x="211278" y="1854702"/>
                    <a:pt x="200522" y="1838962"/>
                    <a:pt x="190148" y="1822962"/>
                  </a:cubicBezTo>
                  <a:lnTo>
                    <a:pt x="189939" y="1822640"/>
                  </a:lnTo>
                  <a:cubicBezTo>
                    <a:pt x="179569" y="1806636"/>
                    <a:pt x="169594" y="1790390"/>
                    <a:pt x="159818" y="1773571"/>
                  </a:cubicBezTo>
                  <a:lnTo>
                    <a:pt x="145746" y="1748893"/>
                  </a:lnTo>
                  <a:cubicBezTo>
                    <a:pt x="141231" y="1740425"/>
                    <a:pt x="136715" y="1731957"/>
                    <a:pt x="132302" y="1723433"/>
                  </a:cubicBezTo>
                  <a:lnTo>
                    <a:pt x="132126" y="1723092"/>
                  </a:lnTo>
                  <a:cubicBezTo>
                    <a:pt x="123364" y="1706154"/>
                    <a:pt x="115018" y="1689015"/>
                    <a:pt x="107087" y="1671672"/>
                  </a:cubicBezTo>
                  <a:lnTo>
                    <a:pt x="106927" y="1671323"/>
                  </a:lnTo>
                  <a:cubicBezTo>
                    <a:pt x="99002" y="1653979"/>
                    <a:pt x="91501" y="1636452"/>
                    <a:pt x="84283" y="1618388"/>
                  </a:cubicBezTo>
                  <a:lnTo>
                    <a:pt x="73959" y="1591922"/>
                  </a:lnTo>
                  <a:cubicBezTo>
                    <a:pt x="70727" y="1582887"/>
                    <a:pt x="67494" y="1573851"/>
                    <a:pt x="64370" y="1564774"/>
                  </a:cubicBezTo>
                  <a:lnTo>
                    <a:pt x="64245" y="1564411"/>
                  </a:lnTo>
                  <a:cubicBezTo>
                    <a:pt x="58047" y="1546377"/>
                    <a:pt x="52289" y="1528203"/>
                    <a:pt x="46971" y="1509890"/>
                  </a:cubicBezTo>
                  <a:lnTo>
                    <a:pt x="46864" y="1509521"/>
                  </a:lnTo>
                  <a:cubicBezTo>
                    <a:pt x="41552" y="1491207"/>
                    <a:pt x="36686" y="1472774"/>
                    <a:pt x="32268" y="1454223"/>
                  </a:cubicBezTo>
                  <a:lnTo>
                    <a:pt x="32179" y="1453850"/>
                  </a:lnTo>
                  <a:cubicBezTo>
                    <a:pt x="27766" y="1435298"/>
                    <a:pt x="23805" y="1416650"/>
                    <a:pt x="20296" y="1397906"/>
                  </a:cubicBezTo>
                  <a:lnTo>
                    <a:pt x="20225" y="1397528"/>
                  </a:lnTo>
                  <a:cubicBezTo>
                    <a:pt x="16722" y="1378783"/>
                    <a:pt x="13675" y="1359964"/>
                    <a:pt x="11083" y="1341072"/>
                  </a:cubicBezTo>
                  <a:lnTo>
                    <a:pt x="11031" y="1340691"/>
                  </a:lnTo>
                  <a:cubicBezTo>
                    <a:pt x="8446" y="1321798"/>
                    <a:pt x="6320" y="1302853"/>
                    <a:pt x="4653" y="1283856"/>
                  </a:cubicBezTo>
                  <a:lnTo>
                    <a:pt x="4620" y="1283473"/>
                  </a:lnTo>
                  <a:cubicBezTo>
                    <a:pt x="2959" y="1264476"/>
                    <a:pt x="1759" y="1245450"/>
                    <a:pt x="1020" y="1226395"/>
                  </a:cubicBezTo>
                  <a:lnTo>
                    <a:pt x="1005" y="1226011"/>
                  </a:lnTo>
                  <a:cubicBezTo>
                    <a:pt x="272" y="1206958"/>
                    <a:pt x="1" y="1187895"/>
                    <a:pt x="192" y="1168825"/>
                  </a:cubicBezTo>
                  <a:lnTo>
                    <a:pt x="196" y="1168441"/>
                  </a:lnTo>
                  <a:cubicBezTo>
                    <a:pt x="393" y="1149375"/>
                    <a:pt x="1052" y="1130321"/>
                    <a:pt x="2172" y="1111283"/>
                  </a:cubicBezTo>
                  <a:lnTo>
                    <a:pt x="2195" y="1110900"/>
                  </a:lnTo>
                  <a:cubicBezTo>
                    <a:pt x="3322" y="1091864"/>
                    <a:pt x="4908" y="1072866"/>
                    <a:pt x="6955" y="1053906"/>
                  </a:cubicBezTo>
                  <a:lnTo>
                    <a:pt x="6996" y="1053525"/>
                  </a:lnTo>
                  <a:cubicBezTo>
                    <a:pt x="9050" y="1034566"/>
                    <a:pt x="11561" y="1015668"/>
                    <a:pt x="14530" y="996831"/>
                  </a:cubicBezTo>
                  <a:lnTo>
                    <a:pt x="14590" y="996452"/>
                  </a:lnTo>
                  <a:cubicBezTo>
                    <a:pt x="17565" y="977616"/>
                    <a:pt x="20994" y="958863"/>
                    <a:pt x="24878" y="940193"/>
                  </a:cubicBezTo>
                  <a:lnTo>
                    <a:pt x="24956" y="939817"/>
                  </a:lnTo>
                  <a:cubicBezTo>
                    <a:pt x="28846" y="921148"/>
                    <a:pt x="33185" y="902585"/>
                    <a:pt x="38071" y="883755"/>
                  </a:cubicBezTo>
                  <a:lnTo>
                    <a:pt x="45432" y="856317"/>
                  </a:lnTo>
                  <a:cubicBezTo>
                    <a:pt x="48180" y="847123"/>
                    <a:pt x="50928" y="837928"/>
                    <a:pt x="53903" y="828398"/>
                  </a:cubicBezTo>
                  <a:lnTo>
                    <a:pt x="62593" y="801352"/>
                  </a:lnTo>
                  <a:cubicBezTo>
                    <a:pt x="65787" y="792302"/>
                    <a:pt x="68980" y="783252"/>
                    <a:pt x="72284" y="774240"/>
                  </a:cubicBezTo>
                  <a:lnTo>
                    <a:pt x="72416" y="773880"/>
                  </a:lnTo>
                  <a:cubicBezTo>
                    <a:pt x="78986" y="755978"/>
                    <a:pt x="85986" y="738245"/>
                    <a:pt x="93565" y="720329"/>
                  </a:cubicBezTo>
                  <a:lnTo>
                    <a:pt x="104847" y="694258"/>
                  </a:lnTo>
                  <a:cubicBezTo>
                    <a:pt x="108906" y="685562"/>
                    <a:pt x="112966" y="676866"/>
                    <a:pt x="117132" y="668218"/>
                  </a:cubicBezTo>
                  <a:lnTo>
                    <a:pt x="117299" y="667872"/>
                  </a:lnTo>
                  <a:cubicBezTo>
                    <a:pt x="125581" y="650695"/>
                    <a:pt x="134274" y="633729"/>
                    <a:pt x="143379" y="616973"/>
                  </a:cubicBezTo>
                  <a:lnTo>
                    <a:pt x="143562" y="616635"/>
                  </a:lnTo>
                  <a:cubicBezTo>
                    <a:pt x="152672" y="599883"/>
                    <a:pt x="162182" y="583360"/>
                    <a:pt x="172092" y="567068"/>
                  </a:cubicBezTo>
                  <a:lnTo>
                    <a:pt x="172292" y="566740"/>
                  </a:lnTo>
                  <a:cubicBezTo>
                    <a:pt x="182207" y="550451"/>
                    <a:pt x="192512" y="534412"/>
                    <a:pt x="203205" y="518622"/>
                  </a:cubicBezTo>
                  <a:lnTo>
                    <a:pt x="203420" y="518304"/>
                  </a:lnTo>
                  <a:cubicBezTo>
                    <a:pt x="214118" y="502518"/>
                    <a:pt x="225192" y="487000"/>
                    <a:pt x="236642" y="471751"/>
                  </a:cubicBezTo>
                  <a:lnTo>
                    <a:pt x="236872" y="471444"/>
                  </a:lnTo>
                  <a:cubicBezTo>
                    <a:pt x="248327" y="456198"/>
                    <a:pt x="260144" y="441238"/>
                    <a:pt x="272324" y="426565"/>
                  </a:cubicBezTo>
                  <a:lnTo>
                    <a:pt x="272570" y="426270"/>
                  </a:lnTo>
                  <a:cubicBezTo>
                    <a:pt x="284754" y="411600"/>
                    <a:pt x="297287" y="397235"/>
                    <a:pt x="310167" y="383173"/>
                  </a:cubicBezTo>
                  <a:lnTo>
                    <a:pt x="310427" y="382890"/>
                  </a:lnTo>
                  <a:cubicBezTo>
                    <a:pt x="323312" y="368832"/>
                    <a:pt x="336530" y="355095"/>
                    <a:pt x="350081" y="341677"/>
                  </a:cubicBezTo>
                  <a:lnTo>
                    <a:pt x="350354" y="341407"/>
                  </a:lnTo>
                  <a:cubicBezTo>
                    <a:pt x="363909" y="327994"/>
                    <a:pt x="377781" y="314918"/>
                    <a:pt x="391970" y="302177"/>
                  </a:cubicBezTo>
                  <a:lnTo>
                    <a:pt x="392256" y="301920"/>
                  </a:lnTo>
                  <a:cubicBezTo>
                    <a:pt x="406449" y="289184"/>
                    <a:pt x="420942" y="276799"/>
                    <a:pt x="436033" y="264523"/>
                  </a:cubicBezTo>
                  <a:lnTo>
                    <a:pt x="458217" y="246779"/>
                  </a:lnTo>
                  <a:cubicBezTo>
                    <a:pt x="465878" y="240999"/>
                    <a:pt x="473539" y="235219"/>
                    <a:pt x="481272" y="229532"/>
                  </a:cubicBezTo>
                  <a:lnTo>
                    <a:pt x="481581" y="229305"/>
                  </a:lnTo>
                  <a:cubicBezTo>
                    <a:pt x="496947" y="218012"/>
                    <a:pt x="512577" y="207097"/>
                    <a:pt x="528792" y="196349"/>
                  </a:cubicBezTo>
                  <a:lnTo>
                    <a:pt x="552599" y="180849"/>
                  </a:lnTo>
                  <a:cubicBezTo>
                    <a:pt x="560786" y="175843"/>
                    <a:pt x="568974" y="170837"/>
                    <a:pt x="577224" y="165930"/>
                  </a:cubicBezTo>
                  <a:lnTo>
                    <a:pt x="577554" y="165734"/>
                  </a:lnTo>
                  <a:cubicBezTo>
                    <a:pt x="593946" y="155990"/>
                    <a:pt x="610565" y="146650"/>
                    <a:pt x="627750" y="137532"/>
                  </a:cubicBezTo>
                  <a:lnTo>
                    <a:pt x="652953" y="124425"/>
                  </a:lnTo>
                  <a:cubicBezTo>
                    <a:pt x="661589" y="120240"/>
                    <a:pt x="670225" y="116055"/>
                    <a:pt x="678914" y="111975"/>
                  </a:cubicBezTo>
                  <a:lnTo>
                    <a:pt x="679261" y="111811"/>
                  </a:lnTo>
                  <a:cubicBezTo>
                    <a:pt x="696525" y="103711"/>
                    <a:pt x="713974" y="96033"/>
                    <a:pt x="731965" y="88633"/>
                  </a:cubicBezTo>
                  <a:lnTo>
                    <a:pt x="758325" y="78042"/>
                  </a:lnTo>
                  <a:cubicBezTo>
                    <a:pt x="767328" y="74718"/>
                    <a:pt x="776330" y="71394"/>
                    <a:pt x="785375" y="68179"/>
                  </a:cubicBezTo>
                  <a:lnTo>
                    <a:pt x="785737" y="68051"/>
                  </a:lnTo>
                  <a:cubicBezTo>
                    <a:pt x="803707" y="61670"/>
                    <a:pt x="821821" y="55728"/>
                    <a:pt x="840080" y="50225"/>
                  </a:cubicBezTo>
                  <a:lnTo>
                    <a:pt x="840447" y="50114"/>
                  </a:lnTo>
                  <a:cubicBezTo>
                    <a:pt x="858708" y="44618"/>
                    <a:pt x="877090" y="39566"/>
                    <a:pt x="895595" y="34960"/>
                  </a:cubicBezTo>
                  <a:lnTo>
                    <a:pt x="895968" y="34867"/>
                  </a:lnTo>
                  <a:cubicBezTo>
                    <a:pt x="914474" y="30267"/>
                    <a:pt x="933081" y="26118"/>
                    <a:pt x="951789" y="22420"/>
                  </a:cubicBezTo>
                  <a:lnTo>
                    <a:pt x="952165" y="22345"/>
                  </a:lnTo>
                  <a:cubicBezTo>
                    <a:pt x="970874" y="18652"/>
                    <a:pt x="989661" y="15415"/>
                    <a:pt x="1008527" y="12633"/>
                  </a:cubicBezTo>
                  <a:lnTo>
                    <a:pt x="1008907" y="12577"/>
                  </a:lnTo>
                  <a:cubicBezTo>
                    <a:pt x="1027773" y="9801"/>
                    <a:pt x="1046696" y="7483"/>
                    <a:pt x="1065674" y="5624"/>
                  </a:cubicBezTo>
                  <a:lnTo>
                    <a:pt x="1066057" y="5586"/>
                  </a:lnTo>
                  <a:cubicBezTo>
                    <a:pt x="1085033" y="3734"/>
                    <a:pt x="1104048" y="2342"/>
                    <a:pt x="1123096" y="1410"/>
                  </a:cubicBezTo>
                  <a:lnTo>
                    <a:pt x="1123479" y="1391"/>
                  </a:lnTo>
                  <a:cubicBezTo>
                    <a:pt x="1142526" y="466"/>
                    <a:pt x="1161585" y="2"/>
                    <a:pt x="1180654" y="0"/>
                  </a:cubicBezTo>
                </a:path>
              </a:pathLst>
            </a:custGeom>
            <a:solidFill>
              <a:srgbClr val="488687">
                <a:alpha val="100000"/>
              </a:srgbClr>
            </a:solidFill>
          </p:spPr>
        </p:sp>
      </p:grpSp>
      <p:sp>
        <p:nvSpPr>
          <p:cNvPr id="159" name="VectorPath 159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160" name="TextBox160"/>
          <p:cNvSpPr txBox="1"/>
          <p:nvPr/>
        </p:nvSpPr>
        <p:spPr>
          <a:xfrm>
            <a:off x="623346" y="1178855"/>
            <a:ext cx="5721992" cy="1241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61" name="TextBox161"/>
          <p:cNvSpPr txBox="1"/>
          <p:nvPr/>
        </p:nvSpPr>
        <p:spPr>
          <a:xfrm>
            <a:off x="403367" y="3487965"/>
            <a:ext cx="5263635" cy="2097778"/>
          </a:xfrm>
          <a:prstGeom prst="rect">
            <a:avLst/>
          </a:prstGeom>
          <a:noFill/>
        </p:spPr>
        <p:txBody>
          <a:bodyPr wrap="square" lIns="0" tIns="635" rIns="0" bIns="0" rtlCol="0">
            <a:spAutoFit/>
          </a:bodyPr>
          <a:lstStyle/>
          <a:p>
            <a:pPr marL="0" marR="0" indent="0" eaLnBrk="0">
              <a:lnSpc>
                <a:spcPct val="98655"/>
              </a:lnSpc>
              <a:spcBef>
                <a:spcPts val="6"/>
              </a:spcBef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near-even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split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550" kern="0" spc="4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who</a:t>
            </a:r>
            <a:r>
              <a:rPr baseline="0" lang="en-US" altLang="zh-CN" sz="1550" kern="0" spc="1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participate</a:t>
            </a:r>
            <a:r>
              <a:rPr baseline="0" lang="en-US" altLang="zh-CN" sz="1550" kern="0" spc="1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550" kern="0" spc="1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extracurricular</a:t>
            </a:r>
            <a:r>
              <a:rPr baseline="0" lang="en-US" altLang="zh-CN" sz="1550" kern="0" spc="1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activities</a:t>
            </a:r>
            <a:r>
              <a:rPr baseline="0" lang="en-US" altLang="zh-CN" sz="1550" kern="0" spc="1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those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who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don't:</a:t>
            </a:r>
          </a:p>
          <a:p>
            <a:pPr marL="336436" marR="0" indent="0" eaLnBrk="0">
              <a:lnSpc>
                <a:spcPct val="91129"/>
              </a:lnSpc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difference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negligible,</a:t>
            </a:r>
          </a:p>
          <a:p>
            <a:pPr marL="336436" marR="0" indent="0" eaLnBrk="0">
              <a:lnSpc>
                <a:spcPct val="106720"/>
              </a:lnSpc>
            </a:pPr>
            <a:r>
              <a:rPr lang="en-US" altLang="zh-CN" sz="2325" kern="0" spc="0" baseline="-24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suggesting</a:t>
            </a:r>
            <a:r>
              <a:rPr baseline="-2417" lang="en-US" altLang="zh-CN" sz="23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24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minimal</a:t>
            </a:r>
            <a:r>
              <a:rPr baseline="-2417" lang="en-US" altLang="zh-CN" sz="23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24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-2417" lang="en-US" altLang="zh-CN" sz="23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325" kern="0" spc="0" baseline="-24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impact.</a:t>
            </a:r>
          </a:p>
          <a:p>
            <a:pPr marL="336436" marR="273667" indent="0" eaLnBrk="0">
              <a:lnSpc>
                <a:spcPct val="98655"/>
              </a:lnSpc>
              <a:spcBef>
                <a:spcPts val="3"/>
              </a:spcBef>
              <a:spcAft>
                <a:spcPts val="4"/>
              </a:spcAft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550" kern="0" spc="5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550" kern="0" spc="5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also</a:t>
            </a:r>
            <a:r>
              <a:rPr baseline="0" lang="en-US" altLang="zh-CN" sz="1550" kern="0" spc="5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remain</a:t>
            </a:r>
            <a:r>
              <a:rPr baseline="0" lang="en-US" altLang="zh-CN" sz="1550" kern="0" spc="5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almost</a:t>
            </a:r>
            <a:r>
              <a:rPr baseline="0" lang="en-US" altLang="zh-CN" sz="1550" kern="0" spc="5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identical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550" kern="0" spc="1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550" kern="0" spc="1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two</a:t>
            </a:r>
            <a:r>
              <a:rPr baseline="0" lang="en-US" altLang="zh-CN" sz="1550" kern="0" spc="1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groups,</a:t>
            </a:r>
            <a:r>
              <a:rPr baseline="0" lang="en-US" altLang="zh-CN" sz="1550" kern="0" spc="1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indicating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extracurric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ular</a:t>
            </a:r>
            <a:r>
              <a:rPr baseline="0" lang="en-US" altLang="zh-CN" sz="1550" kern="0" spc="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activities</a:t>
            </a:r>
            <a:r>
              <a:rPr baseline="0" lang="en-US" altLang="zh-CN" sz="1550" kern="0" spc="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have</a:t>
            </a:r>
            <a:r>
              <a:rPr baseline="0" lang="en-US" altLang="zh-CN" sz="1550" kern="0" spc="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little</a:t>
            </a:r>
            <a:r>
              <a:rPr baseline="0" lang="en-US" altLang="zh-CN" sz="1550" kern="0" spc="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effect</a:t>
            </a:r>
            <a:r>
              <a:rPr baseline="0" lang="en-US" altLang="zh-CN" sz="1550" kern="0" spc="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reducing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stress.</a:t>
            </a:r>
          </a:p>
        </p:txBody>
      </p:sp>
      <p:pic>
        <p:nvPicPr>
          <p:cNvPr id="162" name="653A1DB1-081B-40CB-7B95-C9D090F05ED6"/>
          <p:cNvPicPr>
            <a:picLocks noChangeAspect="1"/>
          </p:cNvPicPr>
          <p:nvPr/>
        </p:nvPicPr>
        <p:blipFill>
          <a:blip r:embed="rId3" cstate="print">
            <a:extLst>
              <a:ext uri="{2B7421F3-B440-4CC9-4A6E-C0CB4CD62873}"/>
            </a:extLst>
          </a:blip>
          <a:srcRect/>
          <a:stretch>
            <a:fillRect/>
          </a:stretch>
        </p:blipFill>
        <p:spPr>
          <a:xfrm>
            <a:off x="5198849" y="4519253"/>
            <a:ext cx="285750" cy="247650"/>
          </a:xfrm>
          <a:prstGeom prst="rect">
            <a:avLst/>
          </a:prstGeom>
        </p:spPr>
      </p:pic>
      <p:sp>
        <p:nvSpPr>
          <p:cNvPr id="163" name="TextBox163"/>
          <p:cNvSpPr txBox="1"/>
          <p:nvPr/>
        </p:nvSpPr>
        <p:spPr>
          <a:xfrm>
            <a:off x="7202215" y="4584345"/>
            <a:ext cx="272804" cy="2240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137" marR="0" indent="0" eaLnBrk="0">
              <a:lnSpc>
                <a:spcPct val="97222"/>
              </a:lnSpc>
            </a:pPr>
            <a:r>
              <a:rPr lang="en-US" altLang="zh-CN" sz="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Item</a:t>
            </a:r>
            <a:r>
              <a:rPr baseline="0" lang="en-US" altLang="zh-CN" sz="7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  <a:p>
            <a:pPr marL="0" marR="0" indent="0" eaLnBrk="0">
              <a:lnSpc>
                <a:spcPct val="98888"/>
              </a:lnSpc>
            </a:pPr>
            <a:r>
              <a:rPr lang="en-US" altLang="zh-CN" sz="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50</a:t>
            </a:r>
            <a:r>
              <a:rPr lang="en-US" altLang="zh-CN" sz="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.9%</a:t>
            </a:r>
          </a:p>
        </p:txBody>
      </p:sp>
      <p:pic>
        <p:nvPicPr>
          <p:cNvPr id="164" name="3C845B05-5EE8-47EE-54B4-7D3DB3FC5051"/>
          <p:cNvPicPr>
            <a:picLocks noChangeAspect="1"/>
          </p:cNvPicPr>
          <p:nvPr/>
        </p:nvPicPr>
        <p:blipFill>
          <a:blip r:embed="rId4" cstate="print">
            <a:extLst>
              <a:ext uri="{1AAC0521-8A57-4A20-CA21-3925AE6F026C}"/>
            </a:extLst>
          </a:blip>
          <a:srcRect/>
          <a:stretch>
            <a:fillRect/>
          </a:stretch>
        </p:blipFill>
        <p:spPr>
          <a:xfrm>
            <a:off x="4627320" y="2814143"/>
            <a:ext cx="142875" cy="371475"/>
          </a:xfrm>
          <a:prstGeom prst="rect">
            <a:avLst/>
          </a:prstGeom>
        </p:spPr>
      </p:pic>
      <p:sp>
        <p:nvSpPr>
          <p:cNvPr id="165" name="TextBox165"/>
          <p:cNvSpPr txBox="1"/>
          <p:nvPr/>
        </p:nvSpPr>
        <p:spPr>
          <a:xfrm>
            <a:off x="403367" y="2814143"/>
            <a:ext cx="4894152" cy="4678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12931"/>
              </a:lnSpc>
            </a:pPr>
            <a:r>
              <a:rPr lang="en-US" altLang="zh-CN" sz="2175" kern="0" spc="15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75" kern="0" spc="0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XTRACURRICULAR</a:t>
            </a:r>
            <a:r>
              <a:rPr baseline="-3790" lang="en-US" altLang="zh-CN" sz="2175" kern="0" spc="15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ACTIVITIES</a:t>
            </a:r>
            <a:r>
              <a:rPr baseline="-3790" lang="en-US" altLang="zh-CN" sz="2175" kern="0" spc="15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-3790" lang="en-US" altLang="zh-CN" sz="2175" kern="0" spc="15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</a:t>
            </a:r>
            <a:r>
              <a:rPr baseline="-5685" lang="en-US" altLang="zh-CN" sz="1450" kern="0" spc="291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-25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75" kern="0" spc="0" baseline="-379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IC</a:t>
            </a:r>
          </a:p>
          <a:p>
            <a:pPr marL="0" marR="0" indent="0" eaLnBrk="0">
              <a:lnSpc>
                <a:spcPct val="98850"/>
              </a:lnSpc>
            </a:pPr>
            <a:r>
              <a:rPr lang="en-US" altLang="zh-CN" sz="14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ERFORMANCE</a:t>
            </a:r>
          </a:p>
        </p:txBody>
      </p:sp>
      <p:pic>
        <p:nvPicPr>
          <p:cNvPr id="166" name="05A3FA6D-4016-42DD-806A-A15F6AAE0AEC"/>
          <p:cNvPicPr>
            <a:picLocks noChangeAspect="1"/>
          </p:cNvPicPr>
          <p:nvPr/>
        </p:nvPicPr>
        <p:blipFill>
          <a:blip r:embed="rId5" cstate="print">
            <a:extLst>
              <a:ext uri="{33C80AA6-770E-479A-47F6-7A5393B68656}"/>
            </a:extLst>
          </a:blip>
          <a:srcRect/>
          <a:stretch>
            <a:fillRect/>
          </a:stretch>
        </p:blipFill>
        <p:spPr>
          <a:xfrm>
            <a:off x="4773452" y="2814143"/>
            <a:ext cx="123825" cy="371475"/>
          </a:xfrm>
          <a:prstGeom prst="rect">
            <a:avLst/>
          </a:prstGeom>
        </p:spPr>
      </p:pic>
      <p:sp>
        <p:nvSpPr>
          <p:cNvPr id="167" name="TextBox167"/>
          <p:cNvSpPr txBox="1"/>
          <p:nvPr/>
        </p:nvSpPr>
        <p:spPr>
          <a:xfrm>
            <a:off x="2609678" y="6649706"/>
            <a:ext cx="4681988" cy="1903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PATTERNS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AGES</a:t>
            </a:r>
          </a:p>
        </p:txBody>
      </p:sp>
      <p:sp>
        <p:nvSpPr>
          <p:cNvPr id="168" name="TextBox168"/>
          <p:cNvSpPr txBox="1"/>
          <p:nvPr/>
        </p:nvSpPr>
        <p:spPr>
          <a:xfrm>
            <a:off x="1782747" y="6993698"/>
            <a:ext cx="695248" cy="1599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lang="en-US" altLang="zh-CN" sz="10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  <a:r>
              <a:rPr baseline="0" lang="en-US" altLang="zh-CN" sz="1050" kern="0" spc="2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0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</a:p>
        </p:txBody>
      </p:sp>
      <p:sp>
        <p:nvSpPr>
          <p:cNvPr id="169" name="TextBox169"/>
          <p:cNvSpPr txBox="1"/>
          <p:nvPr/>
        </p:nvSpPr>
        <p:spPr>
          <a:xfrm>
            <a:off x="618630" y="8257936"/>
            <a:ext cx="172448" cy="318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9206"/>
              </a:lnSpc>
            </a:pPr>
            <a:r>
              <a:rPr lang="en-US" altLang="zh-CN" sz="10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0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</a:p>
          <a:p>
            <a:pPr marL="48778" marR="0" indent="0" eaLnBrk="0">
              <a:lnSpc>
                <a:spcPct val="99603"/>
              </a:lnSpc>
            </a:pPr>
            <a:r>
              <a:rPr lang="en-US" altLang="zh-CN" sz="10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170" name="TextBox170"/>
          <p:cNvSpPr txBox="1"/>
          <p:nvPr/>
        </p:nvSpPr>
        <p:spPr>
          <a:xfrm>
            <a:off x="3289094" y="8257070"/>
            <a:ext cx="198234" cy="3460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55782" marR="0" indent="-55782" eaLnBrk="0">
              <a:lnSpc>
                <a:spcPct val="108134"/>
              </a:lnSpc>
            </a:pPr>
            <a:r>
              <a:rPr lang="en-US" altLang="zh-CN" sz="10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ye</a:t>
            </a:r>
            <a:r>
              <a:rPr lang="en-US" altLang="zh-CN" sz="10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0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71" name="TextBox171"/>
          <p:cNvSpPr txBox="1"/>
          <p:nvPr/>
        </p:nvSpPr>
        <p:spPr>
          <a:xfrm>
            <a:off x="4156053" y="7207599"/>
            <a:ext cx="3062891" cy="1865067"/>
          </a:xfrm>
          <a:prstGeom prst="rect">
            <a:avLst/>
          </a:prstGeom>
          <a:noFill/>
        </p:spPr>
        <p:txBody>
          <a:bodyPr wrap="square" lIns="0" tIns="635" rIns="0" bIns="0" rtlCol="0">
            <a:spAutoFit/>
          </a:bodyPr>
          <a:lstStyle/>
          <a:p>
            <a:pPr marL="0" marR="763048" indent="0" eaLnBrk="0">
              <a:lnSpc>
                <a:spcPct val="98655"/>
              </a:lnSpc>
              <a:spcBef>
                <a:spcPts val="6"/>
              </a:spcBef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generally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increase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age.</a:t>
            </a:r>
          </a:p>
          <a:p>
            <a:pPr marL="0" marR="72215" indent="0" eaLnBrk="0">
              <a:lnSpc>
                <a:spcPct val="98521"/>
              </a:lnSpc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</a:t>
            </a:r>
            <a:r>
              <a:rPr baseline="0" lang="en-US" altLang="zh-CN" sz="15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ours</a:t>
            </a:r>
            <a:r>
              <a:rPr baseline="0" lang="en-US" altLang="zh-CN" sz="15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tend</a:t>
            </a:r>
            <a:r>
              <a:rPr baseline="0" lang="en-US" altLang="zh-CN" sz="15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5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decrease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age.</a:t>
            </a:r>
          </a:p>
          <a:p>
            <a:pPr marL="0" marR="0" indent="0" eaLnBrk="0">
              <a:lnSpc>
                <a:spcPct val="98790"/>
              </a:lnSpc>
              <a:spcBef>
                <a:spcPts val="15"/>
              </a:spcBef>
              <a:spcAft>
                <a:spcPts val="4"/>
              </a:spcAft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erse</a:t>
            </a:r>
            <a:r>
              <a:rPr baseline="0" lang="en-US" altLang="zh-CN" sz="15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</a:t>
            </a:r>
            <a:r>
              <a:rPr baseline="0" lang="en-US" altLang="zh-CN" sz="15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550" kern="0" spc="1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igher</a:t>
            </a:r>
            <a:r>
              <a:rPr baseline="0" lang="en-US" altLang="zh-CN" sz="1550" kern="0" spc="1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550" kern="0" spc="1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might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neg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atively</a:t>
            </a:r>
            <a:r>
              <a:rPr baseline="0" lang="en-US" altLang="zh-CN" sz="1550" kern="0" spc="1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affect</a:t>
            </a:r>
            <a:r>
              <a:rPr baseline="0" lang="en-US" altLang="zh-CN" sz="1550" kern="0" spc="1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5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atterns.</a:t>
            </a:r>
          </a:p>
        </p:txBody>
      </p:sp>
    </p:spTree>
    <p:extLst>
      <p:ext uri="{EDC8EC0D-C049-4A83-30CE-D7A700A5BF3D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E5E9FA4E-86E7-4AAF-34DC-78EBF28B46F1"/>
          <p:cNvPicPr>
            <a:picLocks noChangeAspect="1"/>
          </p:cNvPicPr>
          <p:nvPr/>
        </p:nvPicPr>
        <p:blipFill>
          <a:blip r:embed="rId2" cstate="print">
            <a:extLst>
              <a:ext uri="{77691D2B-6E69-4A44-E0E0-426EEB48F05B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173" name="Combination 173"/>
          <p:cNvGrpSpPr/>
          <p:nvPr/>
        </p:nvGrpSpPr>
        <p:grpSpPr>
          <a:xfrm>
            <a:off x="3432541" y="6505833"/>
            <a:ext cx="61240" cy="526662"/>
            <a:chOff x="3432541" y="6505833"/>
            <a:chExt cx="61240" cy="526662"/>
          </a:xfrm>
        </p:grpSpPr>
        <p:sp>
          <p:nvSpPr>
            <p:cNvPr id="174" name="VectorPath 174"/>
            <p:cNvSpPr/>
            <p:nvPr/>
          </p:nvSpPr>
          <p:spPr>
            <a:xfrm>
              <a:off x="3432541" y="6505833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4" y="970"/>
                    <a:pt x="40455" y="1552"/>
                    <a:pt x="42337" y="2331"/>
                  </a:cubicBezTo>
                  <a:lnTo>
                    <a:pt x="42413" y="2362"/>
                  </a:lnTo>
                  <a:cubicBezTo>
                    <a:pt x="46133" y="3914"/>
                    <a:pt x="49419" y="6116"/>
                    <a:pt x="52271" y="8968"/>
                  </a:cubicBezTo>
                  <a:lnTo>
                    <a:pt x="52329" y="9026"/>
                  </a:lnTo>
                  <a:cubicBezTo>
                    <a:pt x="55172" y="11884"/>
                    <a:pt x="57365" y="15176"/>
                    <a:pt x="58909" y="18902"/>
                  </a:cubicBezTo>
                  <a:lnTo>
                    <a:pt x="58940" y="18977"/>
                  </a:lnTo>
                  <a:cubicBezTo>
                    <a:pt x="60460" y="22670"/>
                    <a:pt x="61228" y="26524"/>
                    <a:pt x="61240" y="30539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70" y="38543"/>
                    <a:pt x="59688" y="40454"/>
                    <a:pt x="58909" y="42338"/>
                  </a:cubicBezTo>
                  <a:lnTo>
                    <a:pt x="58878" y="42413"/>
                  </a:lnTo>
                  <a:cubicBezTo>
                    <a:pt x="57326" y="46133"/>
                    <a:pt x="55123" y="49419"/>
                    <a:pt x="52271" y="52271"/>
                  </a:cubicBezTo>
                  <a:lnTo>
                    <a:pt x="52214" y="52329"/>
                  </a:lnTo>
                  <a:cubicBezTo>
                    <a:pt x="49364" y="55166"/>
                    <a:pt x="46072" y="57360"/>
                    <a:pt x="42337" y="58909"/>
                  </a:cubicBezTo>
                  <a:lnTo>
                    <a:pt x="42263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697" y="60270"/>
                    <a:pt x="20786" y="59688"/>
                    <a:pt x="18902" y="58909"/>
                  </a:cubicBezTo>
                  <a:lnTo>
                    <a:pt x="18827" y="58878"/>
                  </a:lnTo>
                  <a:cubicBezTo>
                    <a:pt x="15116" y="57331"/>
                    <a:pt x="11830" y="55130"/>
                    <a:pt x="8968" y="52271"/>
                  </a:cubicBezTo>
                  <a:lnTo>
                    <a:pt x="8911" y="52214"/>
                  </a:lnTo>
                  <a:cubicBezTo>
                    <a:pt x="6068" y="49356"/>
                    <a:pt x="3874" y="46064"/>
                    <a:pt x="2331" y="42338"/>
                  </a:cubicBezTo>
                  <a:lnTo>
                    <a:pt x="2300" y="42263"/>
                  </a:lnTo>
                  <a:cubicBezTo>
                    <a:pt x="768" y="38541"/>
                    <a:pt x="0" y="34657"/>
                    <a:pt x="0" y="30539"/>
                  </a:cubicBezTo>
                  <a:lnTo>
                    <a:pt x="388" y="24606"/>
                  </a:lnTo>
                  <a:cubicBezTo>
                    <a:pt x="971" y="22695"/>
                    <a:pt x="1552" y="20784"/>
                    <a:pt x="2331" y="18902"/>
                  </a:cubicBezTo>
                  <a:lnTo>
                    <a:pt x="2362" y="18827"/>
                  </a:lnTo>
                  <a:cubicBezTo>
                    <a:pt x="3914" y="15106"/>
                    <a:pt x="6116" y="11821"/>
                    <a:pt x="8968" y="8968"/>
                  </a:cubicBezTo>
                  <a:lnTo>
                    <a:pt x="9026" y="8911"/>
                  </a:lnTo>
                  <a:cubicBezTo>
                    <a:pt x="11884" y="6068"/>
                    <a:pt x="15176" y="3874"/>
                    <a:pt x="18902" y="2331"/>
                  </a:cubicBezTo>
                  <a:lnTo>
                    <a:pt x="18977" y="2300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75" name="VectorPath 175"/>
            <p:cNvSpPr/>
            <p:nvPr/>
          </p:nvSpPr>
          <p:spPr>
            <a:xfrm>
              <a:off x="3432541" y="6738544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5" y="971"/>
                    <a:pt x="40455" y="1552"/>
                    <a:pt x="42337" y="2330"/>
                  </a:cubicBezTo>
                  <a:lnTo>
                    <a:pt x="42413" y="2362"/>
                  </a:lnTo>
                  <a:cubicBezTo>
                    <a:pt x="46133" y="3914"/>
                    <a:pt x="49419" y="6116"/>
                    <a:pt x="52271" y="8968"/>
                  </a:cubicBezTo>
                  <a:lnTo>
                    <a:pt x="52329" y="9025"/>
                  </a:lnTo>
                  <a:cubicBezTo>
                    <a:pt x="55172" y="11883"/>
                    <a:pt x="57365" y="15175"/>
                    <a:pt x="58909" y="18902"/>
                  </a:cubicBezTo>
                  <a:lnTo>
                    <a:pt x="58940" y="18977"/>
                  </a:lnTo>
                  <a:cubicBezTo>
                    <a:pt x="60463" y="22680"/>
                    <a:pt x="61230" y="26534"/>
                    <a:pt x="61240" y="30538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69" y="38548"/>
                    <a:pt x="59686" y="40462"/>
                    <a:pt x="58878" y="42413"/>
                  </a:cubicBezTo>
                  <a:lnTo>
                    <a:pt x="56249" y="47744"/>
                  </a:lnTo>
                  <a:cubicBezTo>
                    <a:pt x="54978" y="49290"/>
                    <a:pt x="53707" y="50836"/>
                    <a:pt x="52214" y="52329"/>
                  </a:cubicBezTo>
                  <a:lnTo>
                    <a:pt x="47744" y="56249"/>
                  </a:lnTo>
                  <a:cubicBezTo>
                    <a:pt x="45983" y="57188"/>
                    <a:pt x="44220" y="58129"/>
                    <a:pt x="42337" y="58909"/>
                  </a:cubicBezTo>
                  <a:lnTo>
                    <a:pt x="42263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698" y="60270"/>
                    <a:pt x="20787" y="59689"/>
                    <a:pt x="18902" y="58909"/>
                  </a:cubicBezTo>
                  <a:lnTo>
                    <a:pt x="18827" y="58878"/>
                  </a:lnTo>
                  <a:cubicBezTo>
                    <a:pt x="15116" y="57331"/>
                    <a:pt x="11830" y="55130"/>
                    <a:pt x="8968" y="52271"/>
                  </a:cubicBezTo>
                  <a:lnTo>
                    <a:pt x="8911" y="52214"/>
                  </a:lnTo>
                  <a:cubicBezTo>
                    <a:pt x="6074" y="49364"/>
                    <a:pt x="3879" y="46072"/>
                    <a:pt x="2331" y="42337"/>
                  </a:cubicBezTo>
                  <a:lnTo>
                    <a:pt x="2300" y="42262"/>
                  </a:lnTo>
                  <a:cubicBezTo>
                    <a:pt x="767" y="38534"/>
                    <a:pt x="0" y="34653"/>
                    <a:pt x="0" y="30538"/>
                  </a:cubicBezTo>
                  <a:lnTo>
                    <a:pt x="388" y="24606"/>
                  </a:lnTo>
                  <a:cubicBezTo>
                    <a:pt x="971" y="22692"/>
                    <a:pt x="1554" y="20778"/>
                    <a:pt x="2331" y="18902"/>
                  </a:cubicBezTo>
                  <a:lnTo>
                    <a:pt x="2362" y="18827"/>
                  </a:lnTo>
                  <a:cubicBezTo>
                    <a:pt x="3909" y="15115"/>
                    <a:pt x="6110" y="11828"/>
                    <a:pt x="8968" y="8968"/>
                  </a:cubicBezTo>
                  <a:lnTo>
                    <a:pt x="9026" y="8911"/>
                  </a:lnTo>
                  <a:cubicBezTo>
                    <a:pt x="11884" y="6067"/>
                    <a:pt x="15176" y="3874"/>
                    <a:pt x="18902" y="2330"/>
                  </a:cubicBezTo>
                  <a:lnTo>
                    <a:pt x="18977" y="2299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76" name="VectorPath 176"/>
            <p:cNvSpPr/>
            <p:nvPr/>
          </p:nvSpPr>
          <p:spPr>
            <a:xfrm>
              <a:off x="3432541" y="6971255"/>
              <a:ext cx="61240" cy="61240"/>
            </a:xfrm>
            <a:custGeom>
              <a:rect l="l" t="t" r="r" b="b"/>
              <a:pathLst>
                <a:path w="61240" h="61240">
                  <a:moveTo>
                    <a:pt x="36633" y="388"/>
                  </a:moveTo>
                  <a:cubicBezTo>
                    <a:pt x="38544" y="970"/>
                    <a:pt x="40454" y="1551"/>
                    <a:pt x="42337" y="2330"/>
                  </a:cubicBezTo>
                  <a:lnTo>
                    <a:pt x="42413" y="2361"/>
                  </a:lnTo>
                  <a:cubicBezTo>
                    <a:pt x="46133" y="3914"/>
                    <a:pt x="49419" y="6116"/>
                    <a:pt x="52329" y="9025"/>
                  </a:cubicBezTo>
                  <a:lnTo>
                    <a:pt x="56249" y="13495"/>
                  </a:lnTo>
                  <a:cubicBezTo>
                    <a:pt x="57190" y="15261"/>
                    <a:pt x="58132" y="17026"/>
                    <a:pt x="58940" y="18977"/>
                  </a:cubicBezTo>
                  <a:lnTo>
                    <a:pt x="60851" y="24606"/>
                  </a:lnTo>
                  <a:cubicBezTo>
                    <a:pt x="61040" y="26572"/>
                    <a:pt x="61235" y="28536"/>
                    <a:pt x="61240" y="30538"/>
                  </a:cubicBezTo>
                  <a:lnTo>
                    <a:pt x="61240" y="30701"/>
                  </a:lnTo>
                  <a:lnTo>
                    <a:pt x="60851" y="36633"/>
                  </a:lnTo>
                  <a:cubicBezTo>
                    <a:pt x="60269" y="38544"/>
                    <a:pt x="59688" y="40456"/>
                    <a:pt x="58909" y="42337"/>
                  </a:cubicBezTo>
                  <a:lnTo>
                    <a:pt x="58878" y="42412"/>
                  </a:lnTo>
                  <a:cubicBezTo>
                    <a:pt x="57326" y="46133"/>
                    <a:pt x="55123" y="49419"/>
                    <a:pt x="52214" y="52329"/>
                  </a:cubicBezTo>
                  <a:lnTo>
                    <a:pt x="47744" y="56249"/>
                  </a:lnTo>
                  <a:cubicBezTo>
                    <a:pt x="45982" y="57188"/>
                    <a:pt x="44219" y="58129"/>
                    <a:pt x="42337" y="58909"/>
                  </a:cubicBezTo>
                  <a:lnTo>
                    <a:pt x="42263" y="58940"/>
                  </a:lnTo>
                  <a:cubicBezTo>
                    <a:pt x="38541" y="60472"/>
                    <a:pt x="34657" y="61240"/>
                    <a:pt x="30539" y="61240"/>
                  </a:cubicBezTo>
                  <a:lnTo>
                    <a:pt x="24606" y="60851"/>
                  </a:lnTo>
                  <a:cubicBezTo>
                    <a:pt x="22700" y="60270"/>
                    <a:pt x="20787" y="59689"/>
                    <a:pt x="18902" y="58909"/>
                  </a:cubicBezTo>
                  <a:lnTo>
                    <a:pt x="18827" y="58878"/>
                  </a:lnTo>
                  <a:cubicBezTo>
                    <a:pt x="15112" y="57329"/>
                    <a:pt x="11823" y="55125"/>
                    <a:pt x="8911" y="52214"/>
                  </a:cubicBezTo>
                  <a:lnTo>
                    <a:pt x="4991" y="47744"/>
                  </a:lnTo>
                  <a:cubicBezTo>
                    <a:pt x="4052" y="45984"/>
                    <a:pt x="3111" y="44220"/>
                    <a:pt x="2331" y="42337"/>
                  </a:cubicBezTo>
                  <a:lnTo>
                    <a:pt x="2300" y="42263"/>
                  </a:lnTo>
                  <a:cubicBezTo>
                    <a:pt x="768" y="38540"/>
                    <a:pt x="0" y="34656"/>
                    <a:pt x="0" y="30538"/>
                  </a:cubicBezTo>
                  <a:lnTo>
                    <a:pt x="388" y="24606"/>
                  </a:lnTo>
                  <a:cubicBezTo>
                    <a:pt x="971" y="22692"/>
                    <a:pt x="1554" y="20778"/>
                    <a:pt x="2331" y="18902"/>
                  </a:cubicBezTo>
                  <a:lnTo>
                    <a:pt x="2362" y="18827"/>
                  </a:lnTo>
                  <a:cubicBezTo>
                    <a:pt x="3910" y="15112"/>
                    <a:pt x="6114" y="11823"/>
                    <a:pt x="9026" y="8911"/>
                  </a:cubicBezTo>
                  <a:lnTo>
                    <a:pt x="13495" y="4990"/>
                  </a:lnTo>
                  <a:cubicBezTo>
                    <a:pt x="15261" y="4049"/>
                    <a:pt x="17026" y="3108"/>
                    <a:pt x="18902" y="2330"/>
                  </a:cubicBezTo>
                  <a:lnTo>
                    <a:pt x="18977" y="2299"/>
                  </a:lnTo>
                  <a:cubicBezTo>
                    <a:pt x="22699" y="768"/>
                    <a:pt x="26583" y="0"/>
                    <a:pt x="3070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177" name="VectorPath 177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178" name="TextBox178"/>
          <p:cNvSpPr txBox="1"/>
          <p:nvPr/>
        </p:nvSpPr>
        <p:spPr>
          <a:xfrm>
            <a:off x="403367" y="2842100"/>
            <a:ext cx="3584177" cy="220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INTERNET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</a:p>
        </p:txBody>
      </p:sp>
      <p:sp>
        <p:nvSpPr>
          <p:cNvPr id="179" name="TextBox179"/>
          <p:cNvSpPr txBox="1"/>
          <p:nvPr/>
        </p:nvSpPr>
        <p:spPr>
          <a:xfrm>
            <a:off x="344721" y="3193545"/>
            <a:ext cx="3185399" cy="1607691"/>
          </a:xfrm>
          <a:prstGeom prst="rect">
            <a:avLst/>
          </a:prstGeom>
          <a:noFill/>
        </p:spPr>
        <p:txBody>
          <a:bodyPr wrap="square" lIns="0" tIns="6350" rIns="0" bIns="0" rtlCol="0">
            <a:spAutoFit/>
          </a:bodyPr>
          <a:lstStyle/>
          <a:p>
            <a:pPr marL="0" marR="0" indent="0" eaLnBrk="0">
              <a:lnSpc>
                <a:spcPct val="97235"/>
              </a:lnSpc>
              <a:spcBef>
                <a:spcPts val="48"/>
              </a:spcBef>
              <a:spcAft>
                <a:spcPts val="10"/>
              </a:spcAft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rade</a:t>
            </a:r>
            <a:r>
              <a:rPr baseline="0" lang="en-US" altLang="zh-CN" sz="1550" kern="0" spc="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550" kern="0" spc="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550" kern="0" spc="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Internet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access</a:t>
            </a:r>
            <a:r>
              <a:rPr baseline="0" lang="en-US" altLang="zh-CN" sz="15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</a:t>
            </a:r>
            <a:r>
              <a:rPr baseline="0" lang="en-US" altLang="zh-CN" sz="15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ome</a:t>
            </a:r>
            <a:r>
              <a:rPr baseline="0" lang="en-US" altLang="zh-CN" sz="15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shows</a:t>
            </a:r>
            <a:r>
              <a:rPr baseline="0" lang="en-US" altLang="zh-CN" sz="15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internet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550" kern="0" spc="13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slightly</a:t>
            </a:r>
            <a:r>
              <a:rPr baseline="0" lang="en-US" altLang="zh-CN" sz="1550" kern="0" spc="13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better</a:t>
            </a:r>
            <a:r>
              <a:rPr baseline="0" lang="en-US" altLang="zh-CN" sz="1550" kern="0" spc="13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average.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However,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decisive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erformance.</a:t>
            </a:r>
          </a:p>
        </p:txBody>
      </p:sp>
      <p:pic>
        <p:nvPicPr>
          <p:cNvPr id="180" name="9AA77AEF-2F20-4745-5CC1-3E828088402D"/>
          <p:cNvPicPr>
            <a:picLocks noChangeAspect="1"/>
          </p:cNvPicPr>
          <p:nvPr/>
        </p:nvPicPr>
        <p:blipFill>
          <a:blip r:embed="rId3" cstate="print">
            <a:extLst>
              <a:ext uri="{30F4621E-7E19-4842-65E0-D00CF3EC1ADC}"/>
            </a:extLst>
          </a:blip>
          <a:srcRect/>
          <a:stretch>
            <a:fillRect/>
          </a:stretch>
        </p:blipFill>
        <p:spPr>
          <a:xfrm>
            <a:off x="4591121" y="2814143"/>
            <a:ext cx="304800" cy="371475"/>
          </a:xfrm>
          <a:prstGeom prst="rect">
            <a:avLst/>
          </a:prstGeom>
        </p:spPr>
      </p:pic>
      <p:sp>
        <p:nvSpPr>
          <p:cNvPr id="181" name="TextBox181"/>
          <p:cNvSpPr txBox="1"/>
          <p:nvPr/>
        </p:nvSpPr>
        <p:spPr>
          <a:xfrm>
            <a:off x="4068970" y="2814143"/>
            <a:ext cx="1555255" cy="256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15804"/>
              </a:lnSpc>
            </a:pPr>
            <a:r>
              <a:rPr lang="en-US" altLang="zh-CN" sz="2175" kern="0" spc="4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2175" kern="0" spc="3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ERF</a:t>
            </a:r>
            <a:r>
              <a:rPr baseline="-2811" lang="en-US" altLang="zh-CN" sz="1450" kern="0" spc="303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15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MAN</a:t>
            </a:r>
            <a:r>
              <a:rPr lang="en-US" altLang="zh-CN" sz="2175" kern="0" spc="14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2175" kern="0" spc="12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</a:p>
        </p:txBody>
      </p:sp>
      <p:sp>
        <p:nvSpPr>
          <p:cNvPr id="182" name="TextBox182"/>
          <p:cNvSpPr txBox="1"/>
          <p:nvPr/>
        </p:nvSpPr>
        <p:spPr>
          <a:xfrm>
            <a:off x="623346" y="1178855"/>
            <a:ext cx="5721992" cy="1241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83" name="TextBox183"/>
          <p:cNvSpPr txBox="1"/>
          <p:nvPr/>
        </p:nvSpPr>
        <p:spPr>
          <a:xfrm>
            <a:off x="127093" y="5659217"/>
            <a:ext cx="7448247" cy="2617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7000"/>
              </a:lnSpc>
              <a:spcAft>
                <a:spcPts val="757"/>
              </a:spcAft>
            </a:pP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FAMILY</a:t>
            </a:r>
            <a:r>
              <a:rPr baseline="0" lang="en-US" altLang="zh-CN" sz="12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2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</a:t>
            </a:r>
          </a:p>
          <a:p>
            <a:pPr marL="3182969" marR="0" indent="0" eaLnBrk="0">
              <a:lnSpc>
                <a:spcPct val="98924"/>
              </a:lnSpc>
            </a:pP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majority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from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</a:p>
          <a:p>
            <a:pPr marL="3519405" marR="700797" indent="-336436" eaLnBrk="0">
              <a:lnSpc>
                <a:spcPct val="98521"/>
              </a:lnSpc>
            </a:pPr>
            <a:r>
              <a:rPr lang="en-US" altLang="zh-CN" sz="1550" kern="0" spc="8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medium-incom</a:t>
            </a:r>
            <a:r>
              <a:rPr lang="en-US" altLang="zh-CN" sz="1550" kern="0" spc="7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550" kern="0" spc="15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7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families: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5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ow</a:t>
            </a:r>
            <a:r>
              <a:rPr baseline="0" lang="en-US" altLang="zh-CN" sz="15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income:</a:t>
            </a:r>
            <a:r>
              <a:rPr baseline="0" lang="en-US" altLang="zh-CN" sz="15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1983</a:t>
            </a:r>
            <a:r>
              <a:rPr baseline="0" lang="en-US" altLang="zh-CN" sz="15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Mediu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income: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1973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income: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1044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</a:p>
          <a:p>
            <a:pPr marL="3182969" marR="0" indent="0" eaLnBrk="0">
              <a:lnSpc>
                <a:spcPct val="98709"/>
              </a:lnSpc>
              <a:spcBef>
                <a:spcPts val="15"/>
              </a:spcBef>
              <a:spcAft>
                <a:spcPts val="4"/>
              </a:spcAft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</a:t>
            </a:r>
            <a:r>
              <a:rPr baseline="0" lang="en-US" altLang="zh-CN" sz="1550" kern="0" spc="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</a:t>
            </a:r>
            <a:r>
              <a:rPr baseline="0" lang="en-US" altLang="zh-CN" sz="1550" kern="0" spc="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suggests</a:t>
            </a:r>
            <a:r>
              <a:rPr baseline="0" lang="en-US" altLang="zh-CN" sz="1550" kern="0" spc="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550" kern="0" spc="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family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come</a:t>
            </a:r>
            <a:r>
              <a:rPr baseline="0" lang="en-US" altLang="zh-CN" sz="1550" kern="0" spc="9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</a:t>
            </a:r>
            <a:r>
              <a:rPr baseline="0" lang="en-US" altLang="zh-CN" sz="1550" kern="0" spc="9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has</a:t>
            </a:r>
            <a:r>
              <a:rPr baseline="0" lang="en-US" altLang="zh-CN" sz="1550" kern="0" spc="9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limited</a:t>
            </a:r>
            <a:r>
              <a:rPr baseline="0" lang="en-US" altLang="zh-CN" sz="1550" kern="0" spc="9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impact</a:t>
            </a:r>
            <a:r>
              <a:rPr baseline="0" lang="en-US" altLang="zh-CN" sz="1550" kern="0" spc="9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ademic</a:t>
            </a:r>
            <a:r>
              <a:rPr baseline="0" lang="en-US" altLang="zh-CN" sz="15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performance.</a:t>
            </a:r>
            <a:r>
              <a:rPr baseline="0" lang="en-US" altLang="zh-CN" sz="15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Most</a:t>
            </a:r>
            <a:r>
              <a:rPr baseline="0" lang="en-US" altLang="zh-CN" sz="1550" kern="0" spc="7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achieve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imilar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regardless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550" kern="0" spc="2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family's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income.</a:t>
            </a:r>
          </a:p>
        </p:txBody>
      </p:sp>
    </p:spTree>
    <p:extLst>
      <p:ext uri="{B8B42D1E-89E4-42A2-F043-8750A41B807E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83CFA9ED-A46F-46B5-59B0-23E945A7116C"/>
          <p:cNvPicPr>
            <a:picLocks noChangeAspect="1"/>
          </p:cNvPicPr>
          <p:nvPr/>
        </p:nvPicPr>
        <p:blipFill>
          <a:blip r:embed="rId2" cstate="print">
            <a:extLst>
              <a:ext uri="{B833F1D6-1373-41ED-35FF-570DCAF8762E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185" name="Combination 185"/>
          <p:cNvGrpSpPr/>
          <p:nvPr/>
        </p:nvGrpSpPr>
        <p:grpSpPr>
          <a:xfrm>
            <a:off x="497121" y="3300399"/>
            <a:ext cx="5841470" cy="4353107"/>
            <a:chOff x="497121" y="3300399"/>
            <a:chExt cx="5841470" cy="4353107"/>
          </a:xfrm>
        </p:grpSpPr>
        <p:sp>
          <p:nvSpPr>
            <p:cNvPr id="186" name="VectorPath 186"/>
            <p:cNvSpPr/>
            <p:nvPr/>
          </p:nvSpPr>
          <p:spPr>
            <a:xfrm>
              <a:off x="4926681" y="6247360"/>
              <a:ext cx="1411910" cy="1406146"/>
            </a:xfrm>
            <a:custGeom>
              <a:rect l="l" t="t" r="r" b="b"/>
              <a:pathLst>
                <a:path w="1411910" h="1406146">
                  <a:moveTo>
                    <a:pt x="720813" y="5890"/>
                  </a:moveTo>
                  <a:cubicBezTo>
                    <a:pt x="774055" y="6982"/>
                    <a:pt x="826968" y="14160"/>
                    <a:pt x="879030" y="27415"/>
                  </a:cubicBezTo>
                  <a:lnTo>
                    <a:pt x="879099" y="27432"/>
                  </a:lnTo>
                  <a:cubicBezTo>
                    <a:pt x="967086" y="49847"/>
                    <a:pt x="1048858" y="88743"/>
                    <a:pt x="1122286" y="143075"/>
                  </a:cubicBezTo>
                  <a:lnTo>
                    <a:pt x="1129352" y="148397"/>
                  </a:lnTo>
                  <a:cubicBezTo>
                    <a:pt x="1202283" y="203793"/>
                    <a:pt x="1262565" y="271390"/>
                    <a:pt x="1308703" y="349446"/>
                  </a:cubicBezTo>
                  <a:lnTo>
                    <a:pt x="1313105" y="357041"/>
                  </a:lnTo>
                  <a:cubicBezTo>
                    <a:pt x="1358196" y="435596"/>
                    <a:pt x="1387277" y="521046"/>
                    <a:pt x="1399596" y="611090"/>
                  </a:cubicBezTo>
                  <a:lnTo>
                    <a:pt x="1399605" y="611161"/>
                  </a:lnTo>
                  <a:cubicBezTo>
                    <a:pt x="1411523" y="698395"/>
                    <a:pt x="1407127" y="785697"/>
                    <a:pt x="1386555" y="870807"/>
                  </a:cubicBezTo>
                  <a:lnTo>
                    <a:pt x="1384495" y="879030"/>
                  </a:lnTo>
                  <a:cubicBezTo>
                    <a:pt x="1361341" y="969923"/>
                    <a:pt x="1320643" y="1054124"/>
                    <a:pt x="1263514" y="1129352"/>
                  </a:cubicBezTo>
                  <a:lnTo>
                    <a:pt x="1263470" y="1129409"/>
                  </a:lnTo>
                  <a:cubicBezTo>
                    <a:pt x="1206333" y="1204632"/>
                    <a:pt x="1136149" y="1266439"/>
                    <a:pt x="1054869" y="1313105"/>
                  </a:cubicBezTo>
                  <a:lnTo>
                    <a:pt x="1054807" y="1313140"/>
                  </a:lnTo>
                  <a:cubicBezTo>
                    <a:pt x="976315" y="1358196"/>
                    <a:pt x="890864" y="1387277"/>
                    <a:pt x="800820" y="1399596"/>
                  </a:cubicBezTo>
                  <a:lnTo>
                    <a:pt x="800750" y="1399605"/>
                  </a:lnTo>
                  <a:cubicBezTo>
                    <a:pt x="772847" y="1403419"/>
                    <a:pt x="744933" y="1405564"/>
                    <a:pt x="717087" y="1406078"/>
                  </a:cubicBezTo>
                  <a:lnTo>
                    <a:pt x="705179" y="1406146"/>
                  </a:lnTo>
                  <a:cubicBezTo>
                    <a:pt x="647138" y="1406146"/>
                    <a:pt x="589504" y="1398920"/>
                    <a:pt x="532881" y="1384503"/>
                  </a:cubicBezTo>
                  <a:lnTo>
                    <a:pt x="532812" y="1384485"/>
                  </a:lnTo>
                  <a:cubicBezTo>
                    <a:pt x="441987" y="1361349"/>
                    <a:pt x="357794" y="1320650"/>
                    <a:pt x="282558" y="1263521"/>
                  </a:cubicBezTo>
                  <a:lnTo>
                    <a:pt x="282501" y="1263477"/>
                  </a:lnTo>
                  <a:lnTo>
                    <a:pt x="282445" y="1263434"/>
                  </a:lnTo>
                  <a:cubicBezTo>
                    <a:pt x="207240" y="1206305"/>
                    <a:pt x="145460" y="1136136"/>
                    <a:pt x="98806" y="1054869"/>
                  </a:cubicBezTo>
                  <a:lnTo>
                    <a:pt x="98770" y="1054807"/>
                  </a:lnTo>
                  <a:cubicBezTo>
                    <a:pt x="53715" y="976315"/>
                    <a:pt x="24633" y="890865"/>
                    <a:pt x="12315" y="800820"/>
                  </a:cubicBezTo>
                  <a:lnTo>
                    <a:pt x="12305" y="800750"/>
                  </a:lnTo>
                  <a:cubicBezTo>
                    <a:pt x="3" y="710703"/>
                    <a:pt x="5085" y="620585"/>
                    <a:pt x="27415" y="532881"/>
                  </a:cubicBezTo>
                  <a:lnTo>
                    <a:pt x="27432" y="532812"/>
                  </a:lnTo>
                  <a:cubicBezTo>
                    <a:pt x="49847" y="444824"/>
                    <a:pt x="88743" y="363059"/>
                    <a:pt x="143075" y="289625"/>
                  </a:cubicBezTo>
                  <a:lnTo>
                    <a:pt x="148397" y="282558"/>
                  </a:lnTo>
                  <a:cubicBezTo>
                    <a:pt x="203793" y="209628"/>
                    <a:pt x="271390" y="149346"/>
                    <a:pt x="349446" y="103207"/>
                  </a:cubicBezTo>
                  <a:lnTo>
                    <a:pt x="357041" y="98806"/>
                  </a:lnTo>
                  <a:cubicBezTo>
                    <a:pt x="435596" y="53715"/>
                    <a:pt x="521046" y="24633"/>
                    <a:pt x="611090" y="12315"/>
                  </a:cubicBezTo>
                  <a:lnTo>
                    <a:pt x="611161" y="12305"/>
                  </a:lnTo>
                  <a:cubicBezTo>
                    <a:pt x="642128" y="8075"/>
                    <a:pt x="673104" y="5900"/>
                    <a:pt x="703988" y="5755"/>
                  </a:cubicBezTo>
                  <a:moveTo>
                    <a:pt x="689775" y="102777"/>
                  </a:moveTo>
                  <a:cubicBezTo>
                    <a:pt x="667989" y="103409"/>
                    <a:pt x="646161" y="105206"/>
                    <a:pt x="624335" y="108187"/>
                  </a:cubicBezTo>
                  <a:lnTo>
                    <a:pt x="624264" y="108197"/>
                  </a:lnTo>
                  <a:cubicBezTo>
                    <a:pt x="549054" y="118472"/>
                    <a:pt x="477580" y="142314"/>
                    <a:pt x="411693" y="179060"/>
                  </a:cubicBezTo>
                  <a:lnTo>
                    <a:pt x="405346" y="182670"/>
                  </a:lnTo>
                  <a:cubicBezTo>
                    <a:pt x="335292" y="222880"/>
                    <a:pt x="274827" y="276129"/>
                    <a:pt x="225557" y="340986"/>
                  </a:cubicBezTo>
                  <a:lnTo>
                    <a:pt x="225514" y="341043"/>
                  </a:lnTo>
                  <a:cubicBezTo>
                    <a:pt x="176250" y="405906"/>
                    <a:pt x="141172" y="478439"/>
                    <a:pt x="121239" y="556641"/>
                  </a:cubicBezTo>
                  <a:lnTo>
                    <a:pt x="121222" y="556710"/>
                  </a:lnTo>
                  <a:cubicBezTo>
                    <a:pt x="101968" y="632272"/>
                    <a:pt x="97583" y="709948"/>
                    <a:pt x="108187" y="787583"/>
                  </a:cubicBezTo>
                  <a:lnTo>
                    <a:pt x="108197" y="787653"/>
                  </a:lnTo>
                  <a:lnTo>
                    <a:pt x="108207" y="787724"/>
                  </a:lnTo>
                  <a:cubicBezTo>
                    <a:pt x="118487" y="862908"/>
                    <a:pt x="142325" y="934358"/>
                    <a:pt x="179060" y="1000217"/>
                  </a:cubicBezTo>
                  <a:lnTo>
                    <a:pt x="182670" y="1006565"/>
                  </a:lnTo>
                  <a:cubicBezTo>
                    <a:pt x="222880" y="1076611"/>
                    <a:pt x="276143" y="1137090"/>
                    <a:pt x="340986" y="1186353"/>
                  </a:cubicBezTo>
                  <a:lnTo>
                    <a:pt x="341043" y="1186396"/>
                  </a:lnTo>
                  <a:cubicBezTo>
                    <a:pt x="403880" y="1234122"/>
                    <a:pt x="473916" y="1268534"/>
                    <a:pt x="549324" y="1288774"/>
                  </a:cubicBezTo>
                  <a:lnTo>
                    <a:pt x="556640" y="1290671"/>
                  </a:lnTo>
                  <a:cubicBezTo>
                    <a:pt x="632271" y="1309942"/>
                    <a:pt x="709948" y="1314327"/>
                    <a:pt x="787582" y="1303723"/>
                  </a:cubicBezTo>
                  <a:lnTo>
                    <a:pt x="787653" y="1303714"/>
                  </a:lnTo>
                  <a:cubicBezTo>
                    <a:pt x="865288" y="1293108"/>
                    <a:pt x="938942" y="1268046"/>
                    <a:pt x="1006572" y="1229240"/>
                  </a:cubicBezTo>
                  <a:lnTo>
                    <a:pt x="1006634" y="1229205"/>
                  </a:lnTo>
                  <a:cubicBezTo>
                    <a:pt x="1074440" y="1190292"/>
                    <a:pt x="1133305" y="1139095"/>
                    <a:pt x="1181723" y="1076986"/>
                  </a:cubicBezTo>
                  <a:lnTo>
                    <a:pt x="1186360" y="1070931"/>
                  </a:lnTo>
                  <a:cubicBezTo>
                    <a:pt x="1235667" y="1006011"/>
                    <a:pt x="1270746" y="933478"/>
                    <a:pt x="1290678" y="855277"/>
                  </a:cubicBezTo>
                  <a:lnTo>
                    <a:pt x="1290696" y="855208"/>
                  </a:lnTo>
                  <a:cubicBezTo>
                    <a:pt x="1309950" y="779646"/>
                    <a:pt x="1314335" y="701969"/>
                    <a:pt x="1303731" y="624335"/>
                  </a:cubicBezTo>
                  <a:lnTo>
                    <a:pt x="1303721" y="624264"/>
                  </a:lnTo>
                  <a:cubicBezTo>
                    <a:pt x="1293446" y="549054"/>
                    <a:pt x="1269604" y="477580"/>
                    <a:pt x="1232857" y="411694"/>
                  </a:cubicBezTo>
                  <a:lnTo>
                    <a:pt x="1229248" y="405346"/>
                  </a:lnTo>
                  <a:cubicBezTo>
                    <a:pt x="1189037" y="335292"/>
                    <a:pt x="1135788" y="274827"/>
                    <a:pt x="1070931" y="225557"/>
                  </a:cubicBezTo>
                  <a:lnTo>
                    <a:pt x="1070875" y="225514"/>
                  </a:lnTo>
                  <a:cubicBezTo>
                    <a:pt x="1006012" y="176250"/>
                    <a:pt x="933479" y="141172"/>
                    <a:pt x="855277" y="121240"/>
                  </a:cubicBezTo>
                  <a:lnTo>
                    <a:pt x="855207" y="121222"/>
                  </a:lnTo>
                  <a:cubicBezTo>
                    <a:pt x="805611" y="108584"/>
                    <a:pt x="755103" y="102352"/>
                    <a:pt x="704294" y="102542"/>
                  </a:cubicBezTo>
                </a:path>
              </a:pathLst>
            </a:custGeom>
            <a:solidFill>
              <a:srgbClr val="80B2E8">
                <a:alpha val="100000"/>
              </a:srgbClr>
            </a:solidFill>
          </p:spPr>
        </p:sp>
        <p:sp>
          <p:nvSpPr>
            <p:cNvPr id="187" name="VectorPath 187"/>
            <p:cNvSpPr/>
            <p:nvPr/>
          </p:nvSpPr>
          <p:spPr>
            <a:xfrm>
              <a:off x="5162327" y="6482998"/>
              <a:ext cx="940618" cy="938431"/>
            </a:xfrm>
            <a:custGeom>
              <a:rect l="l" t="t" r="r" b="b"/>
              <a:pathLst>
                <a:path w="940618" h="938431">
                  <a:moveTo>
                    <a:pt x="489384" y="2689"/>
                  </a:moveTo>
                  <a:lnTo>
                    <a:pt x="489455" y="2701"/>
                  </a:lnTo>
                  <a:lnTo>
                    <a:pt x="596255" y="19573"/>
                  </a:lnTo>
                  <a:cubicBezTo>
                    <a:pt x="613304" y="22270"/>
                    <a:pt x="626821" y="35391"/>
                    <a:pt x="630023" y="52344"/>
                  </a:cubicBezTo>
                  <a:lnTo>
                    <a:pt x="630036" y="52413"/>
                  </a:lnTo>
                  <a:lnTo>
                    <a:pt x="645833" y="136840"/>
                  </a:lnTo>
                  <a:lnTo>
                    <a:pt x="687515" y="162363"/>
                  </a:lnTo>
                  <a:lnTo>
                    <a:pt x="769890" y="138045"/>
                  </a:lnTo>
                  <a:cubicBezTo>
                    <a:pt x="786441" y="133164"/>
                    <a:pt x="804278" y="139204"/>
                    <a:pt x="814453" y="153143"/>
                  </a:cubicBezTo>
                  <a:lnTo>
                    <a:pt x="814495" y="153200"/>
                  </a:lnTo>
                  <a:lnTo>
                    <a:pt x="878088" y="240655"/>
                  </a:lnTo>
                  <a:cubicBezTo>
                    <a:pt x="888234" y="254616"/>
                    <a:pt x="888518" y="273444"/>
                    <a:pt x="878790" y="287702"/>
                  </a:cubicBezTo>
                  <a:lnTo>
                    <a:pt x="878750" y="287760"/>
                  </a:lnTo>
                  <a:lnTo>
                    <a:pt x="830227" y="358628"/>
                  </a:lnTo>
                  <a:lnTo>
                    <a:pt x="841656" y="406147"/>
                  </a:lnTo>
                  <a:lnTo>
                    <a:pt x="917098" y="447202"/>
                  </a:lnTo>
                  <a:cubicBezTo>
                    <a:pt x="932261" y="455456"/>
                    <a:pt x="940595" y="472343"/>
                    <a:pt x="937936" y="489391"/>
                  </a:cubicBezTo>
                  <a:lnTo>
                    <a:pt x="937925" y="489462"/>
                  </a:lnTo>
                  <a:lnTo>
                    <a:pt x="921052" y="596262"/>
                  </a:lnTo>
                  <a:cubicBezTo>
                    <a:pt x="918356" y="613311"/>
                    <a:pt x="905235" y="626828"/>
                    <a:pt x="888282" y="630030"/>
                  </a:cubicBezTo>
                  <a:lnTo>
                    <a:pt x="888212" y="630043"/>
                  </a:lnTo>
                  <a:lnTo>
                    <a:pt x="803785" y="645840"/>
                  </a:lnTo>
                  <a:lnTo>
                    <a:pt x="778262" y="687522"/>
                  </a:lnTo>
                  <a:lnTo>
                    <a:pt x="802580" y="769898"/>
                  </a:lnTo>
                  <a:cubicBezTo>
                    <a:pt x="807469" y="786448"/>
                    <a:pt x="801422" y="804285"/>
                    <a:pt x="787483" y="814460"/>
                  </a:cubicBezTo>
                  <a:lnTo>
                    <a:pt x="787425" y="814501"/>
                  </a:lnTo>
                  <a:lnTo>
                    <a:pt x="699970" y="878095"/>
                  </a:lnTo>
                  <a:cubicBezTo>
                    <a:pt x="686010" y="888241"/>
                    <a:pt x="667181" y="888525"/>
                    <a:pt x="652924" y="878797"/>
                  </a:cubicBezTo>
                  <a:lnTo>
                    <a:pt x="652865" y="878757"/>
                  </a:lnTo>
                  <a:lnTo>
                    <a:pt x="581997" y="830234"/>
                  </a:lnTo>
                  <a:lnTo>
                    <a:pt x="534479" y="841663"/>
                  </a:lnTo>
                  <a:lnTo>
                    <a:pt x="493423" y="917105"/>
                  </a:lnTo>
                  <a:cubicBezTo>
                    <a:pt x="486658" y="929541"/>
                    <a:pt x="474077" y="937385"/>
                    <a:pt x="460378" y="938368"/>
                  </a:cubicBezTo>
                  <a:lnTo>
                    <a:pt x="457626" y="938431"/>
                  </a:lnTo>
                  <a:cubicBezTo>
                    <a:pt x="455460" y="938431"/>
                    <a:pt x="453336" y="938269"/>
                    <a:pt x="451213" y="937939"/>
                  </a:cubicBezTo>
                  <a:lnTo>
                    <a:pt x="451171" y="937932"/>
                  </a:lnTo>
                  <a:lnTo>
                    <a:pt x="344370" y="921060"/>
                  </a:lnTo>
                  <a:cubicBezTo>
                    <a:pt x="327322" y="918363"/>
                    <a:pt x="313805" y="905242"/>
                    <a:pt x="310603" y="888290"/>
                  </a:cubicBezTo>
                  <a:lnTo>
                    <a:pt x="310590" y="888219"/>
                  </a:lnTo>
                  <a:lnTo>
                    <a:pt x="294793" y="803792"/>
                  </a:lnTo>
                  <a:lnTo>
                    <a:pt x="253110" y="778270"/>
                  </a:lnTo>
                  <a:lnTo>
                    <a:pt x="170735" y="802588"/>
                  </a:lnTo>
                  <a:cubicBezTo>
                    <a:pt x="154177" y="807469"/>
                    <a:pt x="136348" y="801429"/>
                    <a:pt x="126173" y="787490"/>
                  </a:cubicBezTo>
                  <a:lnTo>
                    <a:pt x="126131" y="787433"/>
                  </a:lnTo>
                  <a:lnTo>
                    <a:pt x="62538" y="699977"/>
                  </a:lnTo>
                  <a:cubicBezTo>
                    <a:pt x="52392" y="686017"/>
                    <a:pt x="52108" y="667189"/>
                    <a:pt x="61835" y="652931"/>
                  </a:cubicBezTo>
                  <a:lnTo>
                    <a:pt x="61876" y="652873"/>
                  </a:lnTo>
                  <a:lnTo>
                    <a:pt x="110399" y="582005"/>
                  </a:lnTo>
                  <a:lnTo>
                    <a:pt x="98963" y="534486"/>
                  </a:lnTo>
                  <a:lnTo>
                    <a:pt x="23521" y="493431"/>
                  </a:lnTo>
                  <a:cubicBezTo>
                    <a:pt x="8358" y="485177"/>
                    <a:pt x="23" y="468290"/>
                    <a:pt x="2682" y="451241"/>
                  </a:cubicBezTo>
                  <a:lnTo>
                    <a:pt x="2694" y="451171"/>
                  </a:lnTo>
                  <a:lnTo>
                    <a:pt x="19566" y="344370"/>
                  </a:lnTo>
                  <a:cubicBezTo>
                    <a:pt x="22263" y="327322"/>
                    <a:pt x="35384" y="313805"/>
                    <a:pt x="52336" y="310603"/>
                  </a:cubicBezTo>
                  <a:lnTo>
                    <a:pt x="52406" y="310590"/>
                  </a:lnTo>
                  <a:lnTo>
                    <a:pt x="136834" y="294793"/>
                  </a:lnTo>
                  <a:lnTo>
                    <a:pt x="162356" y="253110"/>
                  </a:lnTo>
                  <a:lnTo>
                    <a:pt x="138038" y="170735"/>
                  </a:lnTo>
                  <a:cubicBezTo>
                    <a:pt x="133149" y="154185"/>
                    <a:pt x="139197" y="136348"/>
                    <a:pt x="153135" y="126173"/>
                  </a:cubicBezTo>
                  <a:lnTo>
                    <a:pt x="153193" y="126131"/>
                  </a:lnTo>
                  <a:lnTo>
                    <a:pt x="240648" y="62538"/>
                  </a:lnTo>
                  <a:cubicBezTo>
                    <a:pt x="254609" y="52392"/>
                    <a:pt x="273437" y="52108"/>
                    <a:pt x="287694" y="61835"/>
                  </a:cubicBezTo>
                  <a:lnTo>
                    <a:pt x="287753" y="61876"/>
                  </a:lnTo>
                  <a:lnTo>
                    <a:pt x="358621" y="110399"/>
                  </a:lnTo>
                  <a:lnTo>
                    <a:pt x="406140" y="98970"/>
                  </a:lnTo>
                  <a:lnTo>
                    <a:pt x="447195" y="23528"/>
                  </a:lnTo>
                  <a:cubicBezTo>
                    <a:pt x="454937" y="9306"/>
                    <a:pt x="470273" y="1085"/>
                    <a:pt x="486197" y="2272"/>
                  </a:cubicBezTo>
                  <a:moveTo>
                    <a:pt x="469226" y="153984"/>
                  </a:moveTo>
                  <a:cubicBezTo>
                    <a:pt x="463715" y="164116"/>
                    <a:pt x="454174" y="171446"/>
                    <a:pt x="442968" y="174160"/>
                  </a:cubicBezTo>
                  <a:lnTo>
                    <a:pt x="442899" y="174177"/>
                  </a:lnTo>
                  <a:lnTo>
                    <a:pt x="360075" y="194092"/>
                  </a:lnTo>
                  <a:cubicBezTo>
                    <a:pt x="348861" y="196787"/>
                    <a:pt x="337023" y="194621"/>
                    <a:pt x="327500" y="188119"/>
                  </a:cubicBezTo>
                  <a:lnTo>
                    <a:pt x="327441" y="188078"/>
                  </a:lnTo>
                  <a:lnTo>
                    <a:pt x="265380" y="145583"/>
                  </a:lnTo>
                  <a:lnTo>
                    <a:pt x="224559" y="175267"/>
                  </a:lnTo>
                  <a:lnTo>
                    <a:pt x="245857" y="247403"/>
                  </a:lnTo>
                  <a:cubicBezTo>
                    <a:pt x="249120" y="258467"/>
                    <a:pt x="247559" y="270390"/>
                    <a:pt x="241555" y="280239"/>
                  </a:cubicBezTo>
                  <a:lnTo>
                    <a:pt x="241517" y="280300"/>
                  </a:lnTo>
                  <a:lnTo>
                    <a:pt x="197034" y="352949"/>
                  </a:lnTo>
                  <a:cubicBezTo>
                    <a:pt x="191012" y="362790"/>
                    <a:pt x="181108" y="369623"/>
                    <a:pt x="169779" y="371761"/>
                  </a:cubicBezTo>
                  <a:lnTo>
                    <a:pt x="169709" y="371774"/>
                  </a:lnTo>
                  <a:lnTo>
                    <a:pt x="95777" y="385604"/>
                  </a:lnTo>
                  <a:lnTo>
                    <a:pt x="87904" y="435467"/>
                  </a:lnTo>
                  <a:lnTo>
                    <a:pt x="153969" y="471421"/>
                  </a:lnTo>
                  <a:cubicBezTo>
                    <a:pt x="164102" y="476931"/>
                    <a:pt x="171431" y="486473"/>
                    <a:pt x="174146" y="497679"/>
                  </a:cubicBezTo>
                  <a:lnTo>
                    <a:pt x="174162" y="497749"/>
                  </a:lnTo>
                  <a:lnTo>
                    <a:pt x="194077" y="580572"/>
                  </a:lnTo>
                  <a:cubicBezTo>
                    <a:pt x="196772" y="591786"/>
                    <a:pt x="194607" y="603624"/>
                    <a:pt x="188104" y="613147"/>
                  </a:cubicBezTo>
                  <a:lnTo>
                    <a:pt x="188064" y="613206"/>
                  </a:lnTo>
                  <a:lnTo>
                    <a:pt x="145569" y="675267"/>
                  </a:lnTo>
                  <a:lnTo>
                    <a:pt x="175252" y="716087"/>
                  </a:lnTo>
                  <a:lnTo>
                    <a:pt x="247388" y="694790"/>
                  </a:lnTo>
                  <a:cubicBezTo>
                    <a:pt x="258452" y="691526"/>
                    <a:pt x="270382" y="693088"/>
                    <a:pt x="280225" y="699092"/>
                  </a:cubicBezTo>
                  <a:lnTo>
                    <a:pt x="280286" y="699129"/>
                  </a:lnTo>
                  <a:lnTo>
                    <a:pt x="352935" y="743605"/>
                  </a:lnTo>
                  <a:cubicBezTo>
                    <a:pt x="362776" y="749628"/>
                    <a:pt x="369608" y="759525"/>
                    <a:pt x="371746" y="770861"/>
                  </a:cubicBezTo>
                  <a:lnTo>
                    <a:pt x="371759" y="770931"/>
                  </a:lnTo>
                  <a:lnTo>
                    <a:pt x="385597" y="844862"/>
                  </a:lnTo>
                  <a:lnTo>
                    <a:pt x="435445" y="852736"/>
                  </a:lnTo>
                  <a:lnTo>
                    <a:pt x="471399" y="786670"/>
                  </a:lnTo>
                  <a:cubicBezTo>
                    <a:pt x="476910" y="776538"/>
                    <a:pt x="486451" y="769208"/>
                    <a:pt x="497657" y="766494"/>
                  </a:cubicBezTo>
                  <a:lnTo>
                    <a:pt x="497727" y="766477"/>
                  </a:lnTo>
                  <a:lnTo>
                    <a:pt x="580551" y="746562"/>
                  </a:lnTo>
                  <a:cubicBezTo>
                    <a:pt x="591771" y="743867"/>
                    <a:pt x="603602" y="746040"/>
                    <a:pt x="613125" y="752535"/>
                  </a:cubicBezTo>
                  <a:lnTo>
                    <a:pt x="613184" y="752576"/>
                  </a:lnTo>
                  <a:lnTo>
                    <a:pt x="675245" y="795071"/>
                  </a:lnTo>
                  <a:lnTo>
                    <a:pt x="716066" y="765387"/>
                  </a:lnTo>
                  <a:lnTo>
                    <a:pt x="694768" y="693251"/>
                  </a:lnTo>
                  <a:cubicBezTo>
                    <a:pt x="691505" y="682187"/>
                    <a:pt x="693066" y="670264"/>
                    <a:pt x="699071" y="660415"/>
                  </a:cubicBezTo>
                  <a:lnTo>
                    <a:pt x="699108" y="660354"/>
                  </a:lnTo>
                  <a:lnTo>
                    <a:pt x="743590" y="587705"/>
                  </a:lnTo>
                  <a:cubicBezTo>
                    <a:pt x="749613" y="577864"/>
                    <a:pt x="759510" y="571031"/>
                    <a:pt x="770846" y="568893"/>
                  </a:cubicBezTo>
                  <a:lnTo>
                    <a:pt x="770916" y="568880"/>
                  </a:lnTo>
                  <a:lnTo>
                    <a:pt x="844847" y="555043"/>
                  </a:lnTo>
                  <a:lnTo>
                    <a:pt x="852721" y="505195"/>
                  </a:lnTo>
                  <a:lnTo>
                    <a:pt x="786656" y="469240"/>
                  </a:lnTo>
                  <a:cubicBezTo>
                    <a:pt x="776523" y="463730"/>
                    <a:pt x="769193" y="454189"/>
                    <a:pt x="766479" y="442982"/>
                  </a:cubicBezTo>
                  <a:lnTo>
                    <a:pt x="766463" y="442913"/>
                  </a:lnTo>
                  <a:lnTo>
                    <a:pt x="746548" y="360089"/>
                  </a:lnTo>
                  <a:cubicBezTo>
                    <a:pt x="743852" y="348876"/>
                    <a:pt x="746019" y="337038"/>
                    <a:pt x="752521" y="327514"/>
                  </a:cubicBezTo>
                  <a:lnTo>
                    <a:pt x="752561" y="327455"/>
                  </a:lnTo>
                  <a:lnTo>
                    <a:pt x="795056" y="265394"/>
                  </a:lnTo>
                  <a:lnTo>
                    <a:pt x="765373" y="224574"/>
                  </a:lnTo>
                  <a:lnTo>
                    <a:pt x="693236" y="245871"/>
                  </a:lnTo>
                  <a:cubicBezTo>
                    <a:pt x="682172" y="249142"/>
                    <a:pt x="670250" y="247573"/>
                    <a:pt x="660400" y="241569"/>
                  </a:cubicBezTo>
                  <a:lnTo>
                    <a:pt x="660340" y="241532"/>
                  </a:lnTo>
                  <a:lnTo>
                    <a:pt x="587691" y="197049"/>
                  </a:lnTo>
                  <a:cubicBezTo>
                    <a:pt x="577849" y="191026"/>
                    <a:pt x="571017" y="181129"/>
                    <a:pt x="568878" y="169794"/>
                  </a:cubicBezTo>
                  <a:lnTo>
                    <a:pt x="568865" y="169724"/>
                  </a:lnTo>
                  <a:lnTo>
                    <a:pt x="555028" y="95792"/>
                  </a:lnTo>
                  <a:lnTo>
                    <a:pt x="505180" y="87919"/>
                  </a:lnTo>
                </a:path>
              </a:pathLst>
            </a:custGeom>
            <a:solidFill>
              <a:srgbClr val="80B2E8">
                <a:alpha val="100000"/>
              </a:srgbClr>
            </a:solidFill>
          </p:spPr>
        </p:sp>
        <p:sp>
          <p:nvSpPr>
            <p:cNvPr id="188" name="VectorPath 188"/>
            <p:cNvSpPr/>
            <p:nvPr/>
          </p:nvSpPr>
          <p:spPr>
            <a:xfrm>
              <a:off x="5401151" y="6721829"/>
              <a:ext cx="448997" cy="441787"/>
            </a:xfrm>
            <a:custGeom>
              <a:rect l="l" t="t" r="r" b="b"/>
              <a:pathLst>
                <a:path w="448997" h="441787">
                  <a:moveTo>
                    <a:pt x="240135" y="21394"/>
                  </a:moveTo>
                  <a:cubicBezTo>
                    <a:pt x="331567" y="25222"/>
                    <a:pt x="413389" y="88984"/>
                    <a:pt x="435856" y="182266"/>
                  </a:cubicBezTo>
                  <a:lnTo>
                    <a:pt x="435873" y="182335"/>
                  </a:lnTo>
                  <a:cubicBezTo>
                    <a:pt x="448992" y="236906"/>
                    <a:pt x="440091" y="293320"/>
                    <a:pt x="410801" y="341196"/>
                  </a:cubicBezTo>
                  <a:lnTo>
                    <a:pt x="410763" y="341257"/>
                  </a:lnTo>
                  <a:cubicBezTo>
                    <a:pt x="381455" y="389125"/>
                    <a:pt x="335261" y="422720"/>
                    <a:pt x="280704" y="435863"/>
                  </a:cubicBezTo>
                  <a:lnTo>
                    <a:pt x="280635" y="435880"/>
                  </a:lnTo>
                  <a:cubicBezTo>
                    <a:pt x="266262" y="439336"/>
                    <a:pt x="251769" y="441263"/>
                    <a:pt x="237329" y="441726"/>
                  </a:cubicBezTo>
                  <a:lnTo>
                    <a:pt x="231164" y="441787"/>
                  </a:lnTo>
                  <a:cubicBezTo>
                    <a:pt x="192846" y="441787"/>
                    <a:pt x="155226" y="431276"/>
                    <a:pt x="121774" y="410808"/>
                  </a:cubicBezTo>
                  <a:lnTo>
                    <a:pt x="121714" y="410771"/>
                  </a:lnTo>
                  <a:lnTo>
                    <a:pt x="121653" y="410733"/>
                  </a:lnTo>
                  <a:cubicBezTo>
                    <a:pt x="75310" y="382339"/>
                    <a:pt x="42354" y="338118"/>
                    <a:pt x="28389" y="285800"/>
                  </a:cubicBezTo>
                  <a:lnTo>
                    <a:pt x="27121" y="280705"/>
                  </a:lnTo>
                  <a:cubicBezTo>
                    <a:pt x="428" y="169722"/>
                    <a:pt x="67460" y="57794"/>
                    <a:pt x="177007" y="28426"/>
                  </a:cubicBezTo>
                  <a:lnTo>
                    <a:pt x="182266" y="27114"/>
                  </a:lnTo>
                  <a:cubicBezTo>
                    <a:pt x="198195" y="23284"/>
                    <a:pt x="214075" y="21387"/>
                    <a:pt x="229745" y="21223"/>
                  </a:cubicBezTo>
                  <a:moveTo>
                    <a:pt x="231649" y="102924"/>
                  </a:moveTo>
                  <a:cubicBezTo>
                    <a:pt x="221613" y="102930"/>
                    <a:pt x="211507" y="104122"/>
                    <a:pt x="201500" y="106520"/>
                  </a:cubicBezTo>
                  <a:lnTo>
                    <a:pt x="201430" y="106537"/>
                  </a:lnTo>
                  <a:lnTo>
                    <a:pt x="201361" y="106554"/>
                  </a:lnTo>
                  <a:cubicBezTo>
                    <a:pt x="132531" y="123144"/>
                    <a:pt x="89998" y="192615"/>
                    <a:pt x="106520" y="261470"/>
                  </a:cubicBezTo>
                  <a:lnTo>
                    <a:pt x="106537" y="261539"/>
                  </a:lnTo>
                  <a:cubicBezTo>
                    <a:pt x="114554" y="294891"/>
                    <a:pt x="135073" y="323127"/>
                    <a:pt x="164319" y="341056"/>
                  </a:cubicBezTo>
                  <a:lnTo>
                    <a:pt x="164379" y="341093"/>
                  </a:lnTo>
                  <a:cubicBezTo>
                    <a:pt x="193630" y="359001"/>
                    <a:pt x="228110" y="364456"/>
                    <a:pt x="261463" y="356457"/>
                  </a:cubicBezTo>
                  <a:lnTo>
                    <a:pt x="261532" y="356441"/>
                  </a:lnTo>
                  <a:cubicBezTo>
                    <a:pt x="330410" y="339873"/>
                    <a:pt x="372971" y="270386"/>
                    <a:pt x="356450" y="201507"/>
                  </a:cubicBezTo>
                  <a:lnTo>
                    <a:pt x="356433" y="201438"/>
                  </a:lnTo>
                  <a:cubicBezTo>
                    <a:pt x="348416" y="168087"/>
                    <a:pt x="327896" y="139851"/>
                    <a:pt x="298651" y="121922"/>
                  </a:cubicBezTo>
                  <a:lnTo>
                    <a:pt x="298590" y="121885"/>
                  </a:lnTo>
                  <a:cubicBezTo>
                    <a:pt x="279422" y="110152"/>
                    <a:pt x="258022" y="103763"/>
                    <a:pt x="236163" y="102975"/>
                  </a:cubicBezTo>
                  <a:lnTo>
                    <a:pt x="231791" y="102924"/>
                  </a:lnTo>
                </a:path>
              </a:pathLst>
            </a:custGeom>
            <a:solidFill>
              <a:srgbClr val="80B2E8">
                <a:alpha val="100000"/>
              </a:srgbClr>
            </a:solidFill>
          </p:spPr>
        </p:sp>
        <p:sp>
          <p:nvSpPr>
            <p:cNvPr id="189" name="VectorPath 189"/>
            <p:cNvSpPr/>
            <p:nvPr/>
          </p:nvSpPr>
          <p:spPr>
            <a:xfrm>
              <a:off x="497121" y="3300399"/>
              <a:ext cx="57150" cy="57150"/>
            </a:xfrm>
            <a:custGeom>
              <a:rect l="l" t="t" r="r" b="b"/>
              <a:pathLst>
                <a:path w="57150" h="57150">
                  <a:moveTo>
                    <a:pt x="34187" y="363"/>
                  </a:moveTo>
                  <a:cubicBezTo>
                    <a:pt x="35973" y="906"/>
                    <a:pt x="37760" y="1450"/>
                    <a:pt x="39510" y="2175"/>
                  </a:cubicBezTo>
                  <a:lnTo>
                    <a:pt x="39580" y="2204"/>
                  </a:lnTo>
                  <a:cubicBezTo>
                    <a:pt x="43045" y="3649"/>
                    <a:pt x="46112" y="5703"/>
                    <a:pt x="48781" y="8369"/>
                  </a:cubicBezTo>
                  <a:lnTo>
                    <a:pt x="48834" y="8423"/>
                  </a:lnTo>
                  <a:cubicBezTo>
                    <a:pt x="51487" y="11090"/>
                    <a:pt x="53534" y="14162"/>
                    <a:pt x="54975" y="17640"/>
                  </a:cubicBezTo>
                  <a:lnTo>
                    <a:pt x="55004" y="17710"/>
                  </a:lnTo>
                  <a:cubicBezTo>
                    <a:pt x="56423" y="21158"/>
                    <a:pt x="57139" y="24754"/>
                    <a:pt x="57150" y="28499"/>
                  </a:cubicBezTo>
                  <a:lnTo>
                    <a:pt x="57150" y="28651"/>
                  </a:lnTo>
                  <a:lnTo>
                    <a:pt x="56787" y="34187"/>
                  </a:lnTo>
                  <a:cubicBezTo>
                    <a:pt x="56244" y="35971"/>
                    <a:pt x="55702" y="37754"/>
                    <a:pt x="54975" y="39510"/>
                  </a:cubicBezTo>
                  <a:lnTo>
                    <a:pt x="54946" y="39580"/>
                  </a:lnTo>
                  <a:cubicBezTo>
                    <a:pt x="53501" y="43045"/>
                    <a:pt x="51447" y="46112"/>
                    <a:pt x="48781" y="48781"/>
                  </a:cubicBezTo>
                  <a:lnTo>
                    <a:pt x="48727" y="48834"/>
                  </a:lnTo>
                  <a:cubicBezTo>
                    <a:pt x="46066" y="51483"/>
                    <a:pt x="42995" y="53530"/>
                    <a:pt x="39510" y="54975"/>
                  </a:cubicBezTo>
                  <a:lnTo>
                    <a:pt x="39440" y="55004"/>
                  </a:lnTo>
                  <a:cubicBezTo>
                    <a:pt x="35961" y="56435"/>
                    <a:pt x="32339" y="57150"/>
                    <a:pt x="28499" y="57150"/>
                  </a:cubicBezTo>
                  <a:lnTo>
                    <a:pt x="22963" y="56787"/>
                  </a:lnTo>
                  <a:cubicBezTo>
                    <a:pt x="21177" y="56244"/>
                    <a:pt x="19390" y="55700"/>
                    <a:pt x="17640" y="54975"/>
                  </a:cubicBezTo>
                  <a:lnTo>
                    <a:pt x="17570" y="54945"/>
                  </a:lnTo>
                  <a:cubicBezTo>
                    <a:pt x="14105" y="53501"/>
                    <a:pt x="11038" y="51447"/>
                    <a:pt x="8369" y="48781"/>
                  </a:cubicBezTo>
                  <a:lnTo>
                    <a:pt x="8316" y="48727"/>
                  </a:lnTo>
                  <a:cubicBezTo>
                    <a:pt x="5667" y="46066"/>
                    <a:pt x="3620" y="42995"/>
                    <a:pt x="2175" y="39510"/>
                  </a:cubicBezTo>
                  <a:lnTo>
                    <a:pt x="2146" y="39440"/>
                  </a:lnTo>
                  <a:cubicBezTo>
                    <a:pt x="716" y="35965"/>
                    <a:pt x="0" y="32341"/>
                    <a:pt x="0" y="28499"/>
                  </a:cubicBezTo>
                  <a:lnTo>
                    <a:pt x="362" y="22963"/>
                  </a:lnTo>
                  <a:cubicBezTo>
                    <a:pt x="906" y="21180"/>
                    <a:pt x="1448" y="19396"/>
                    <a:pt x="2175" y="17640"/>
                  </a:cubicBezTo>
                  <a:lnTo>
                    <a:pt x="2204" y="17569"/>
                  </a:lnTo>
                  <a:cubicBezTo>
                    <a:pt x="3653" y="14098"/>
                    <a:pt x="5708" y="11031"/>
                    <a:pt x="8369" y="8369"/>
                  </a:cubicBezTo>
                  <a:lnTo>
                    <a:pt x="8423" y="8316"/>
                  </a:lnTo>
                  <a:cubicBezTo>
                    <a:pt x="11084" y="5667"/>
                    <a:pt x="14155" y="3620"/>
                    <a:pt x="17640" y="2175"/>
                  </a:cubicBezTo>
                  <a:lnTo>
                    <a:pt x="17710" y="2146"/>
                  </a:lnTo>
                  <a:cubicBezTo>
                    <a:pt x="21189" y="715"/>
                    <a:pt x="24811" y="0"/>
                    <a:pt x="2865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190" name="VectorPath 190"/>
            <p:cNvSpPr/>
            <p:nvPr/>
          </p:nvSpPr>
          <p:spPr>
            <a:xfrm>
              <a:off x="497121" y="4214799"/>
              <a:ext cx="57150" cy="57150"/>
            </a:xfrm>
            <a:custGeom>
              <a:rect l="l" t="t" r="r" b="b"/>
              <a:pathLst>
                <a:path w="57150" h="57150">
                  <a:moveTo>
                    <a:pt x="34187" y="363"/>
                  </a:moveTo>
                  <a:cubicBezTo>
                    <a:pt x="35974" y="907"/>
                    <a:pt x="37760" y="1450"/>
                    <a:pt x="39580" y="2204"/>
                  </a:cubicBezTo>
                  <a:lnTo>
                    <a:pt x="44556" y="4657"/>
                  </a:lnTo>
                  <a:cubicBezTo>
                    <a:pt x="45999" y="5844"/>
                    <a:pt x="47441" y="7030"/>
                    <a:pt x="48834" y="8423"/>
                  </a:cubicBezTo>
                  <a:lnTo>
                    <a:pt x="52492" y="12594"/>
                  </a:lnTo>
                  <a:cubicBezTo>
                    <a:pt x="53371" y="14242"/>
                    <a:pt x="54250" y="15889"/>
                    <a:pt x="54975" y="17640"/>
                  </a:cubicBezTo>
                  <a:lnTo>
                    <a:pt x="55004" y="17710"/>
                  </a:lnTo>
                  <a:cubicBezTo>
                    <a:pt x="56425" y="21166"/>
                    <a:pt x="57140" y="24762"/>
                    <a:pt x="57150" y="28499"/>
                  </a:cubicBezTo>
                  <a:lnTo>
                    <a:pt x="57150" y="28651"/>
                  </a:lnTo>
                  <a:lnTo>
                    <a:pt x="56787" y="34187"/>
                  </a:lnTo>
                  <a:cubicBezTo>
                    <a:pt x="56244" y="35973"/>
                    <a:pt x="55700" y="37760"/>
                    <a:pt x="54975" y="39510"/>
                  </a:cubicBezTo>
                  <a:lnTo>
                    <a:pt x="54946" y="39580"/>
                  </a:lnTo>
                  <a:cubicBezTo>
                    <a:pt x="53497" y="43052"/>
                    <a:pt x="51442" y="46119"/>
                    <a:pt x="48781" y="48780"/>
                  </a:cubicBezTo>
                  <a:lnTo>
                    <a:pt x="48727" y="48834"/>
                  </a:lnTo>
                  <a:cubicBezTo>
                    <a:pt x="46064" y="51485"/>
                    <a:pt x="42990" y="53533"/>
                    <a:pt x="39440" y="55004"/>
                  </a:cubicBezTo>
                  <a:lnTo>
                    <a:pt x="34187" y="56787"/>
                  </a:lnTo>
                  <a:cubicBezTo>
                    <a:pt x="32328" y="56969"/>
                    <a:pt x="30470" y="57150"/>
                    <a:pt x="28499" y="57150"/>
                  </a:cubicBezTo>
                  <a:lnTo>
                    <a:pt x="22963" y="56787"/>
                  </a:lnTo>
                  <a:cubicBezTo>
                    <a:pt x="21177" y="56243"/>
                    <a:pt x="19390" y="55700"/>
                    <a:pt x="17640" y="54975"/>
                  </a:cubicBezTo>
                  <a:lnTo>
                    <a:pt x="17570" y="54945"/>
                  </a:lnTo>
                  <a:cubicBezTo>
                    <a:pt x="14098" y="53497"/>
                    <a:pt x="11031" y="51442"/>
                    <a:pt x="8369" y="48780"/>
                  </a:cubicBezTo>
                  <a:lnTo>
                    <a:pt x="8316" y="48727"/>
                  </a:lnTo>
                  <a:cubicBezTo>
                    <a:pt x="5662" y="46060"/>
                    <a:pt x="3616" y="42987"/>
                    <a:pt x="2175" y="39510"/>
                  </a:cubicBezTo>
                  <a:lnTo>
                    <a:pt x="2146" y="39440"/>
                  </a:lnTo>
                  <a:cubicBezTo>
                    <a:pt x="715" y="35961"/>
                    <a:pt x="0" y="32339"/>
                    <a:pt x="0" y="28499"/>
                  </a:cubicBezTo>
                  <a:lnTo>
                    <a:pt x="362" y="22963"/>
                  </a:lnTo>
                  <a:cubicBezTo>
                    <a:pt x="906" y="21177"/>
                    <a:pt x="1450" y="19390"/>
                    <a:pt x="2175" y="17640"/>
                  </a:cubicBezTo>
                  <a:lnTo>
                    <a:pt x="2204" y="17569"/>
                  </a:lnTo>
                  <a:cubicBezTo>
                    <a:pt x="3653" y="14098"/>
                    <a:pt x="5708" y="11031"/>
                    <a:pt x="8423" y="8316"/>
                  </a:cubicBezTo>
                  <a:lnTo>
                    <a:pt x="12594" y="4657"/>
                  </a:lnTo>
                  <a:cubicBezTo>
                    <a:pt x="14242" y="3779"/>
                    <a:pt x="15889" y="2900"/>
                    <a:pt x="17640" y="2175"/>
                  </a:cubicBezTo>
                  <a:lnTo>
                    <a:pt x="17710" y="2146"/>
                  </a:lnTo>
                  <a:cubicBezTo>
                    <a:pt x="21189" y="715"/>
                    <a:pt x="24811" y="0"/>
                    <a:pt x="2865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191" name="VectorPath 191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192" name="TextBox192"/>
          <p:cNvSpPr txBox="1"/>
          <p:nvPr/>
        </p:nvSpPr>
        <p:spPr>
          <a:xfrm>
            <a:off x="623346" y="1178855"/>
            <a:ext cx="5721992" cy="1241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93" name="TextBox193"/>
          <p:cNvSpPr txBox="1"/>
          <p:nvPr/>
        </p:nvSpPr>
        <p:spPr>
          <a:xfrm>
            <a:off x="403367" y="2842100"/>
            <a:ext cx="2087185" cy="2208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</a:p>
        </p:txBody>
      </p:sp>
      <p:sp>
        <p:nvSpPr>
          <p:cNvPr id="194" name="TextBox194"/>
          <p:cNvSpPr txBox="1"/>
          <p:nvPr/>
        </p:nvSpPr>
        <p:spPr>
          <a:xfrm>
            <a:off x="681073" y="3193545"/>
            <a:ext cx="3144581" cy="2064891"/>
          </a:xfrm>
          <a:prstGeom prst="rect">
            <a:avLst/>
          </a:prstGeom>
          <a:noFill/>
        </p:spPr>
        <p:txBody>
          <a:bodyPr wrap="square" lIns="0" tIns="1905" rIns="0" bIns="0" rtlCol="0">
            <a:spAutoFit/>
          </a:bodyPr>
          <a:lstStyle/>
          <a:p>
            <a:pPr marL="0" marR="0" indent="0" eaLnBrk="0">
              <a:lnSpc>
                <a:spcPct val="96975"/>
              </a:lnSpc>
              <a:spcBef>
                <a:spcPts val="14"/>
              </a:spcBef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ost</a:t>
            </a:r>
            <a:r>
              <a:rPr baseline="0" lang="en-US" altLang="zh-CN" sz="15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parents</a:t>
            </a:r>
            <a:r>
              <a:rPr baseline="0" lang="en-US" altLang="zh-CN" sz="15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have</a:t>
            </a:r>
            <a:r>
              <a:rPr baseline="0" lang="en-US" altLang="zh-CN" sz="15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either</a:t>
            </a:r>
            <a:r>
              <a:rPr baseline="0" lang="en-US" altLang="zh-CN" sz="15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</a:t>
            </a:r>
            <a:r>
              <a:rPr baseline="0" lang="en-US" altLang="zh-CN" sz="155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Scho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ol</a:t>
            </a:r>
            <a:r>
              <a:rPr baseline="0" lang="en-US" altLang="zh-CN" sz="155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55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PhD</a:t>
            </a:r>
            <a:r>
              <a:rPr baseline="0" lang="en-US" altLang="zh-CN" sz="155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education,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fewer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hold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Master's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Bachelor's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degrees.</a:t>
            </a:r>
          </a:p>
          <a:p>
            <a:pPr marL="0" marR="148633" indent="0" eaLnBrk="0">
              <a:lnSpc>
                <a:spcPct val="97258"/>
              </a:lnSpc>
              <a:spcBef>
                <a:spcPts val="33"/>
              </a:spcBef>
              <a:spcAft>
                <a:spcPts val="10"/>
              </a:spcAft>
            </a:pP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ade</a:t>
            </a:r>
            <a:r>
              <a:rPr baseline="0" lang="en-US" altLang="zh-CN" sz="15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distributions</a:t>
            </a:r>
            <a:r>
              <a:rPr baseline="0" lang="en-US" altLang="zh-CN" sz="15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</a:t>
            </a:r>
            <a:r>
              <a:rPr baseline="0" lang="en-US" altLang="zh-CN" sz="15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5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5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fairly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balanced,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minimal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ariation</a:t>
            </a:r>
            <a:r>
              <a:rPr baseline="0" lang="en-US" altLang="zh-CN" sz="15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5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percentages</a:t>
            </a:r>
            <a:r>
              <a:rPr baseline="0" lang="en-US" altLang="zh-CN" sz="1550" kern="0" spc="5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</a:t>
            </a:r>
            <a:r>
              <a:rPr baseline="0" lang="en-US" altLang="zh-CN" sz="15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each</a:t>
            </a:r>
            <a:r>
              <a:rPr baseline="0" lang="en-US" altLang="zh-CN" sz="15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5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grade.</a:t>
            </a:r>
          </a:p>
        </p:txBody>
      </p:sp>
      <p:pic>
        <p:nvPicPr>
          <p:cNvPr id="195" name="C14685C6-025F-4529-FD05-4B94D0147099"/>
          <p:cNvPicPr>
            <a:picLocks noChangeAspect="1"/>
          </p:cNvPicPr>
          <p:nvPr/>
        </p:nvPicPr>
        <p:blipFill>
          <a:blip r:embed="rId3" cstate="print">
            <a:extLst>
              <a:ext uri="{9E7ED2C9-9F5B-4FD8-2381-0AF293FAB763}"/>
            </a:extLst>
          </a:blip>
          <a:srcRect/>
          <a:stretch>
            <a:fillRect/>
          </a:stretch>
        </p:blipFill>
        <p:spPr>
          <a:xfrm>
            <a:off x="4637321" y="2814143"/>
            <a:ext cx="152400" cy="371475"/>
          </a:xfrm>
          <a:prstGeom prst="rect">
            <a:avLst/>
          </a:prstGeom>
        </p:spPr>
      </p:pic>
      <p:sp>
        <p:nvSpPr>
          <p:cNvPr id="196" name="TextBox196"/>
          <p:cNvSpPr txBox="1"/>
          <p:nvPr/>
        </p:nvSpPr>
        <p:spPr>
          <a:xfrm>
            <a:off x="2572040" y="2814143"/>
            <a:ext cx="3650688" cy="2560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15804"/>
              </a:lnSpc>
            </a:pPr>
            <a:r>
              <a:rPr lang="en-US" altLang="zh-CN" sz="2175" kern="0" spc="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EVEL</a:t>
            </a:r>
            <a:r>
              <a:rPr baseline="-1874" lang="en-US" altLang="zh-CN" sz="2175" kern="0" spc="101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-1874" lang="en-US" altLang="zh-CN" sz="2175" kern="0" spc="101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-2811" lang="en-US" altLang="zh-CN" sz="1450" kern="0" spc="339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75" kern="0" spc="-25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175" kern="0" spc="0" baseline="-1874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FORMANCE</a:t>
            </a:r>
          </a:p>
        </p:txBody>
      </p:sp>
      <p:pic>
        <p:nvPicPr>
          <p:cNvPr id="197" name="C1428449-C039-4EFA-7FA2-9F4282AA8852"/>
          <p:cNvPicPr>
            <a:picLocks noChangeAspect="1"/>
          </p:cNvPicPr>
          <p:nvPr/>
        </p:nvPicPr>
        <p:blipFill>
          <a:blip r:embed="rId4" cstate="print">
            <a:extLst>
              <a:ext uri="{3D353E87-3B2B-410B-DF13-21F5DFE8BD70}"/>
            </a:extLst>
          </a:blip>
          <a:srcRect/>
          <a:stretch>
            <a:fillRect/>
          </a:stretch>
        </p:blipFill>
        <p:spPr>
          <a:xfrm>
            <a:off x="4773452" y="2814143"/>
            <a:ext cx="142875" cy="371475"/>
          </a:xfrm>
          <a:prstGeom prst="rect">
            <a:avLst/>
          </a:prstGeom>
        </p:spPr>
      </p:pic>
    </p:spTree>
    <p:extLst>
      <p:ext uri="{0AB1255C-B475-44B4-8395-705063B9C323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42FE8558-1209-4AC3-7FAD-B74EEF68876F"/>
          <p:cNvPicPr>
            <a:picLocks noChangeAspect="1"/>
          </p:cNvPicPr>
          <p:nvPr/>
        </p:nvPicPr>
        <p:blipFill>
          <a:blip r:embed="rId2" cstate="print">
            <a:extLst>
              <a:ext uri="{7F75D1CE-F91A-45AE-55FA-A073C661CE64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199" name="2D59D13A-45DA-477F-AEDB-AD1344504213"/>
          <p:cNvPicPr>
            <a:picLocks noChangeAspect="1"/>
          </p:cNvPicPr>
          <p:nvPr/>
        </p:nvPicPr>
        <p:blipFill>
          <a:blip r:embed="rId3" cstate="print">
            <a:extLst>
              <a:ext uri="{7A9105DD-6032-4F76-4F40-3BC7CC1FB477}"/>
            </a:extLst>
          </a:blip>
          <a:srcRect/>
          <a:stretch>
            <a:fillRect/>
          </a:stretch>
        </p:blipFill>
        <p:spPr>
          <a:xfrm>
            <a:off x="5314308" y="1754091"/>
            <a:ext cx="2143125" cy="2209800"/>
          </a:xfrm>
          <a:prstGeom prst="rect">
            <a:avLst/>
          </a:prstGeom>
        </p:spPr>
      </p:pic>
      <p:sp>
        <p:nvSpPr>
          <p:cNvPr id="200" name="VectorPath 200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01" name="TextBox201"/>
          <p:cNvSpPr txBox="1"/>
          <p:nvPr/>
        </p:nvSpPr>
        <p:spPr>
          <a:xfrm>
            <a:off x="4637321" y="2934451"/>
            <a:ext cx="253969" cy="2360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02" name="TextBox202"/>
          <p:cNvSpPr txBox="1"/>
          <p:nvPr/>
        </p:nvSpPr>
        <p:spPr>
          <a:xfrm>
            <a:off x="193108" y="3065129"/>
            <a:ext cx="4884675" cy="205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Overall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distributions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minimal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differences</a:t>
            </a:r>
          </a:p>
        </p:txBody>
      </p:sp>
      <p:sp>
        <p:nvSpPr>
          <p:cNvPr id="203" name="TextBox203"/>
          <p:cNvSpPr txBox="1"/>
          <p:nvPr/>
        </p:nvSpPr>
        <p:spPr>
          <a:xfrm>
            <a:off x="193108" y="1178855"/>
            <a:ext cx="6999482" cy="8911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30238" marR="847252" indent="589894" eaLnBrk="0" lvl="0">
              <a:lnSpc>
                <a:spcPct val="98241"/>
              </a:lnSpc>
              <a:buAutoNum type="arabicPeriod" startAt="3"/>
            </a:pP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41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4150" kern="0" spc="-2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0" marR="0" indent="0" eaLnBrk="0">
              <a:lnSpc>
                <a:spcPct val="42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1541715" indent="0" eaLnBrk="0">
              <a:lnSpc>
                <a:spcPct val="105684"/>
              </a:lnSpc>
            </a:pPr>
            <a:r>
              <a:rPr baseline="0" lang="en-US" altLang="zh-CN" sz="1050" kern="0" spc="377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genders,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internet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access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family</a:t>
            </a:r>
            <a:r>
              <a:rPr baseline="0" lang="en-US" altLang="zh-CN" sz="1350" kern="0" spc="6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subtly</a:t>
            </a:r>
            <a:r>
              <a:rPr baseline="0" lang="en-US" altLang="zh-CN" sz="13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impac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3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3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outcomes,</a:t>
            </a:r>
            <a:r>
              <a:rPr baseline="0" lang="en-US" altLang="zh-CN" sz="13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suggesting</a:t>
            </a:r>
            <a:r>
              <a:rPr baseline="0" lang="en-US" altLang="zh-CN" sz="13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350" kern="0" spc="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resource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availabil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ity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plays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role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but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isn’t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sole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determinant</a:t>
            </a:r>
            <a:r>
              <a:rPr baseline="0" lang="en-US" altLang="zh-CN" sz="1350" kern="0" spc="6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uccess.</a:t>
            </a:r>
          </a:p>
          <a:p>
            <a:pPr marL="0" marR="0" indent="0" eaLnBrk="0">
              <a:lnSpc>
                <a:spcPct val="13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1414750" indent="0" eaLnBrk="0">
              <a:lnSpc>
                <a:spcPct val="100925"/>
              </a:lnSpc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patterns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highlight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inverse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</a:t>
            </a:r>
            <a:r>
              <a:rPr baseline="0" lang="en-US" altLang="zh-CN" sz="1350" kern="0" spc="5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often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correlates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fewer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3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raisin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question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whether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negatively</a:t>
            </a:r>
            <a:r>
              <a:rPr baseline="0" lang="en-US" altLang="zh-CN" sz="1350" kern="0" spc="10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affects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overall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performance.</a:t>
            </a:r>
          </a:p>
          <a:p>
            <a:pPr marL="0" marR="0" indent="0" eaLnBrk="0">
              <a:lnSpc>
                <a:spcPct val="13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1397192" indent="0" eaLnBrk="0">
              <a:lnSpc>
                <a:spcPct val="100925"/>
              </a:lnSpc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extracurr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icular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activities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suggests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nearly</a:t>
            </a:r>
            <a:r>
              <a:rPr baseline="0" lang="en-US" altLang="zh-CN" sz="1350" kern="0" spc="6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equal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split</a:t>
            </a:r>
            <a:r>
              <a:rPr baseline="0" lang="en-US" altLang="zh-CN" sz="1350" kern="0" spc="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350" kern="0" spc="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ation,</a:t>
            </a:r>
            <a:r>
              <a:rPr baseline="0" lang="en-US" altLang="zh-CN" sz="1350" kern="0" spc="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350" kern="0" spc="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those</a:t>
            </a:r>
            <a:r>
              <a:rPr baseline="0" lang="en-US" altLang="zh-CN" sz="1350" kern="0" spc="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involved</a:t>
            </a:r>
            <a:r>
              <a:rPr baseline="0" lang="en-US" altLang="zh-CN" sz="1350" kern="0" spc="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experiencing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3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slightly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lower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average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stress,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hinting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these</a:t>
            </a:r>
            <a:r>
              <a:rPr baseline="0" lang="en-US" altLang="zh-CN" sz="1350" kern="0" spc="1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activities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may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offer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form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relief.</a:t>
            </a:r>
          </a:p>
          <a:p>
            <a:pPr marL="0" marR="0" indent="0" eaLnBrk="0">
              <a:lnSpc>
                <a:spcPct val="13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1448725" indent="0" eaLnBrk="0">
              <a:lnSpc>
                <a:spcPct val="100987"/>
              </a:lnSpc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When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examinin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levels,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most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parents</a:t>
            </a:r>
            <a:r>
              <a:rPr baseline="0" lang="en-US" altLang="zh-CN" sz="1350" kern="0" spc="6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have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either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hool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PhD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education,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yet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350" kern="0" spc="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ppear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fairly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balanced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all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levels,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pointing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need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explore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education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intersects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other</a:t>
            </a:r>
            <a:r>
              <a:rPr baseline="0" lang="en-US" altLang="zh-CN" sz="1350" kern="0" spc="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like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income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internet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access.</a:t>
            </a:r>
          </a:p>
          <a:p>
            <a:pPr marL="0" marR="0" indent="0" eaLnBrk="0">
              <a:lnSpc>
                <a:spcPct val="13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1530207" indent="0" eaLnBrk="0">
              <a:lnSpc>
                <a:spcPct val="101028"/>
              </a:lnSpc>
              <a:spcAft>
                <a:spcPts val="0"/>
              </a:spcAft>
            </a:pP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Interest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ingly,</a:t>
            </a:r>
            <a:r>
              <a:rPr baseline="0" lang="en-US" altLang="zh-CN" sz="1350" kern="0" spc="10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350" kern="0" spc="10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</a:t>
            </a:r>
            <a:r>
              <a:rPr baseline="0" lang="en-US" altLang="zh-CN" sz="1350" kern="0" spc="10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350" kern="0" spc="10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Medium-income</a:t>
            </a:r>
            <a:r>
              <a:rPr baseline="0" lang="en-US" altLang="zh-CN" sz="1350" kern="0" spc="10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families</a:t>
            </a:r>
            <a:r>
              <a:rPr baseline="0" lang="en-US" altLang="zh-CN" sz="1350" kern="0" spc="10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3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represented,</a:t>
            </a:r>
            <a:r>
              <a:rPr baseline="0" lang="en-US" altLang="zh-CN" sz="13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High-income</a:t>
            </a:r>
            <a:r>
              <a:rPr baseline="0" lang="en-US" altLang="zh-CN" sz="13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3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</a:t>
            </a:r>
            <a:r>
              <a:rPr baseline="0" lang="en-US" altLang="zh-CN" sz="13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350" kern="0" spc="2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highest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percentage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surprising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find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35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resource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alone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do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guarantee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success.</a:t>
            </a:r>
            <a:r>
              <a:rPr baseline="0" lang="en-US" altLang="zh-CN" sz="1350" kern="0" spc="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Lastly,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visualizi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numerical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features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through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histograms</a:t>
            </a:r>
            <a:r>
              <a:rPr baseline="0" lang="en-US" altLang="zh-CN" sz="1350" kern="0" spc="8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reveals</a:t>
            </a:r>
            <a:r>
              <a:rPr baseline="0" lang="en-US" altLang="zh-CN" sz="13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smooth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distributions</a:t>
            </a:r>
            <a:r>
              <a:rPr baseline="0" lang="en-US" altLang="zh-CN" sz="13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3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.</a:t>
            </a:r>
          </a:p>
          <a:p>
            <a:pPr marL="0" marR="0" indent="0" eaLnBrk="0">
              <a:lnSpc>
                <a:spcPct val="20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13769" marR="0" indent="0" eaLnBrk="0">
              <a:lnSpc>
                <a:spcPct val="99425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OPENS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DOOR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DEEPER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INVESTIGATIONS,</a:t>
            </a:r>
          </a:p>
          <a:p>
            <a:pPr marL="425539" marR="0" indent="0" eaLnBrk="0">
              <a:lnSpc>
                <a:spcPct val="99137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ENCOURAGING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LOOK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BEYOND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SINGLE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VARIABLES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</a:p>
          <a:p>
            <a:pPr marL="174169" marR="0" indent="0" eaLnBrk="0">
              <a:lnSpc>
                <a:spcPct val="99137"/>
              </a:lnSpc>
            </a:pP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EXPLORE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MULTIPLE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INTERACT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SHAPE</a:t>
            </a:r>
            <a:r>
              <a:rPr baseline="0" lang="en-US" altLang="zh-CN" sz="1450" kern="0" spc="-1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</a:p>
          <a:p>
            <a:pPr marL="2967226" marR="0" indent="0" eaLnBrk="0">
              <a:lnSpc>
                <a:spcPct val="99712"/>
              </a:lnSpc>
              <a:spcAft>
                <a:spcPts val="0"/>
              </a:spcAft>
            </a:pPr>
            <a:r>
              <a:rPr lang="en-US" altLang="zh-CN" sz="14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4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UTCOMES.</a:t>
            </a:r>
          </a:p>
        </p:txBody>
      </p:sp>
    </p:spTree>
    <p:extLst>
      <p:ext uri="{6FD8FC9E-0ED6-4475-DFA5-A1A879EE29D6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381FA440-DE34-4540-ACF7-49CC29BF9D67"/>
          <p:cNvPicPr>
            <a:picLocks noChangeAspect="1"/>
          </p:cNvPicPr>
          <p:nvPr/>
        </p:nvPicPr>
        <p:blipFill>
          <a:blip r:embed="rId2" cstate="print">
            <a:extLst>
              <a:ext uri="{47787F16-7D0B-4854-E486-25F08D71CFF7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205" name="VectorPath 205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06" name="TextBox206"/>
          <p:cNvSpPr txBox="1"/>
          <p:nvPr/>
        </p:nvSpPr>
        <p:spPr>
          <a:xfrm>
            <a:off x="711960" y="2923992"/>
            <a:ext cx="3959254" cy="266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  <a:tabLst>
                <a:tab pos="3959254" algn="r"/>
              </a:tabLst>
            </a:pP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insights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cre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ating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new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exa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pic>
        <p:nvPicPr>
          <p:cNvPr id="207" name="442E9AA4-1FF3-4046-5242-1A3ADE6C6BEC"/>
          <p:cNvPicPr>
            <a:picLocks noChangeAspect="1"/>
          </p:cNvPicPr>
          <p:nvPr/>
        </p:nvPicPr>
        <p:blipFill>
          <a:blip r:embed="rId3" cstate="print">
            <a:extLst>
              <a:ext uri="{EC7B4A61-A503-40A7-CCE3-542AAAA42158}"/>
            </a:extLst>
          </a:blip>
          <a:srcRect/>
          <a:stretch>
            <a:fillRect/>
          </a:stretch>
        </p:blipFill>
        <p:spPr>
          <a:xfrm>
            <a:off x="4637321" y="2894839"/>
            <a:ext cx="285750" cy="314325"/>
          </a:xfrm>
          <a:prstGeom prst="rect">
            <a:avLst/>
          </a:prstGeom>
        </p:spPr>
      </p:pic>
      <p:sp>
        <p:nvSpPr>
          <p:cNvPr id="208" name="TextBox208"/>
          <p:cNvSpPr txBox="1"/>
          <p:nvPr/>
        </p:nvSpPr>
        <p:spPr>
          <a:xfrm>
            <a:off x="472921" y="2670192"/>
            <a:ext cx="6613893" cy="266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  <a:tabLst>
                <a:tab pos="6613893" algn="r"/>
              </a:tabLst>
            </a:pP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ic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behavioral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factors.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goal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extract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meaningful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09" name="TextBox209"/>
          <p:cNvSpPr txBox="1"/>
          <p:nvPr/>
        </p:nvSpPr>
        <p:spPr>
          <a:xfrm>
            <a:off x="472921" y="1178855"/>
            <a:ext cx="6613893" cy="403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50425" marR="0" indent="0" eaLnBrk="0">
              <a:lnSpc>
                <a:spcPct val="100000"/>
              </a:lnSpc>
            </a:pP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  <a:p>
            <a:pPr marL="0" marR="0" indent="0" eaLnBrk="0">
              <a:lnSpc>
                <a:spcPct val="19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309319" eaLnBrk="0">
              <a:lnSpc>
                <a:spcPct val="112991"/>
              </a:lnSpc>
            </a:pP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performance,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delved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into</a:t>
            </a:r>
            <a:r>
              <a:rPr baseline="-10513" lang="en-US" altLang="zh-CN" sz="2625" kern="0" spc="-1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1051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-10513" lang="en-US" altLang="zh-CN" sz="26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5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engineering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uncover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patterns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relationships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7264" lang="en-US" altLang="zh-CN" sz="2625" kern="0" spc="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7264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various</a:t>
            </a:r>
            <a:r>
              <a:rPr baseline="7264" lang="en-US" altLang="zh-CN" sz="26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625" kern="0" baseline="7264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51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750" kern="0" spc="344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625" kern="0" spc="0" baseline="-238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ning</a:t>
            </a:r>
            <a:r>
              <a:rPr baseline="-2380" lang="en-US" altLang="zh-CN" sz="2625" kern="0" spc="-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238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-2380" lang="en-US" altLang="zh-CN" sz="2625" kern="0" spc="-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238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impact</a:t>
            </a:r>
            <a:r>
              <a:rPr baseline="-2380" lang="en-US" altLang="zh-CN" sz="2625" kern="0" spc="-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-238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-2380" lang="en-US" altLang="zh-CN" sz="2625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625" kern="0" baseline="-238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750" kern="0" spc="175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625" kern="0" spc="0" baseline="1539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overall</a:t>
            </a:r>
            <a:r>
              <a:rPr baseline="15397" lang="en-US" altLang="zh-CN" sz="2625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625" kern="0" spc="0" baseline="1539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performance.</a:t>
            </a:r>
          </a:p>
          <a:p>
            <a:pPr marL="0" marR="0" indent="0" eaLnBrk="0">
              <a:lnSpc>
                <a:spcPct val="17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38871" marR="139002" indent="0" eaLnBrk="0">
              <a:lnSpc>
                <a:spcPct val="96726"/>
              </a:lnSpc>
              <a:spcBef>
                <a:spcPts val="14"/>
              </a:spcBef>
            </a:pP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calculated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Consistency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standard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deviation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midterm,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final,</a:t>
            </a:r>
            <a:r>
              <a:rPr baseline="0" lang="en-US" altLang="zh-CN" sz="1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assignment,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quiz,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icipation,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measure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stable</a:t>
            </a:r>
            <a:r>
              <a:rPr baseline="0" lang="en-US" altLang="zh-CN" sz="1400" kern="0" spc="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4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400" kern="0" spc="72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student’s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different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components</a:t>
            </a:r>
          </a:p>
          <a:p>
            <a:pPr marL="6115" marR="6180" indent="0" eaLnBrk="0">
              <a:lnSpc>
                <a:spcPct val="97098"/>
              </a:lnSpc>
              <a:spcBef>
                <a:spcPts val="32"/>
              </a:spcBef>
              <a:spcAft>
                <a:spcPts val="10"/>
              </a:spcAft>
            </a:pP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Scatter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plots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regression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lines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revealed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consistent</a:t>
            </a:r>
            <a:r>
              <a:rPr baseline="0" lang="en-US" altLang="zh-CN" sz="14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tended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achieve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scores,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some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fluctuating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still</a:t>
            </a:r>
            <a:r>
              <a:rPr baseline="0" lang="en-US" altLang="zh-CN" sz="1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manage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well.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indicated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consistency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beneficial,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it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14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4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400" kern="0" spc="1349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sole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predictor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success.</a:t>
            </a:r>
          </a:p>
        </p:txBody>
      </p:sp>
    </p:spTree>
    <p:extLst>
      <p:ext uri="{603FF399-240E-410C-4B1F-9B868C0D19B6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E5EC08F6-1B72-420B-34ED-351540FCE2ED"/>
          <p:cNvPicPr>
            <a:picLocks noChangeAspect="1"/>
          </p:cNvPicPr>
          <p:nvPr/>
        </p:nvPicPr>
        <p:blipFill>
          <a:blip r:embed="rId2" cstate="print">
            <a:extLst>
              <a:ext uri="{28AAF277-F667-4F61-3041-C6166BDEEE3F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211" name="VectorPath 211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12" name="TextBox212"/>
          <p:cNvSpPr txBox="1"/>
          <p:nvPr/>
        </p:nvSpPr>
        <p:spPr>
          <a:xfrm>
            <a:off x="454602" y="1178855"/>
            <a:ext cx="6697174" cy="35768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68745" marR="0" indent="0" eaLnBrk="0">
              <a:lnSpc>
                <a:spcPct val="100000"/>
              </a:lnSpc>
            </a:pP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  <a:p>
            <a:pPr marL="0" marR="0" indent="0" eaLnBrk="0">
              <a:lnSpc>
                <a:spcPct val="3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65504" marR="0" indent="389186" eaLnBrk="0">
              <a:lnSpc>
                <a:spcPct val="96031"/>
              </a:lnSpc>
              <a:spcBef>
                <a:spcPts val="60"/>
              </a:spcBef>
              <a:spcAft>
                <a:spcPts val="13"/>
              </a:spcAft>
            </a:pPr>
            <a:r>
              <a:rPr lang="en-US" altLang="zh-CN" sz="1750" kern="0" spc="-10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oduced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ec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rt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ec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uden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7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750" kern="0" spc="60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</a:t>
            </a:r>
            <a:r>
              <a:rPr lang="en-US" altLang="zh-CN" sz="1750" kern="0" spc="-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7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</a:t>
            </a:r>
            <a:r>
              <a:rPr lang="en-US" altLang="zh-CN" sz="17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oo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engage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</a:t>
            </a:r>
            <a:r>
              <a:rPr lang="en-US" altLang="zh-CN" sz="17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hands</a:t>
            </a:r>
            <a:r>
              <a:rPr lang="en-US" altLang="zh-CN" sz="17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wo</a:t>
            </a:r>
            <a:r>
              <a:rPr lang="en-US" altLang="zh-CN" sz="1750" kern="0" spc="-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</a:t>
            </a:r>
          </a:p>
          <a:p>
            <a:pPr marL="0" marR="0" indent="0" eaLnBrk="0">
              <a:lnSpc>
                <a:spcPct val="172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28188" indent="67508" eaLnBrk="0">
              <a:lnSpc>
                <a:spcPct val="98697"/>
              </a:lnSpc>
              <a:spcBef>
                <a:spcPts val="23"/>
              </a:spcBef>
              <a:spcAft>
                <a:spcPts val="5"/>
              </a:spcAft>
            </a:pP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showed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top-performing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(Grades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600" kern="0" spc="1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6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B)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tended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est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work,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600" kern="0" spc="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lower-</a:t>
            </a:r>
            <a:r>
              <a:rPr baseline="0" lang="en-US" altLang="zh-CN" sz="16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performing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(Grades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D)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seemed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rely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6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participati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boost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grades.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suggested</a:t>
            </a:r>
            <a:r>
              <a:rPr baseline="0" lang="en-US" altLang="zh-CN" sz="1600" kern="0" spc="13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6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project-based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rning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might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effective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path</a:t>
            </a:r>
            <a:r>
              <a:rPr baseline="0" lang="en-US" altLang="zh-CN" sz="1600" kern="0" spc="16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6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6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600" kern="0" spc="18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6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6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success.</a:t>
            </a:r>
          </a:p>
        </p:txBody>
      </p:sp>
      <p:sp>
        <p:nvSpPr>
          <p:cNvPr id="213" name="TextBox213"/>
          <p:cNvSpPr txBox="1"/>
          <p:nvPr/>
        </p:nvSpPr>
        <p:spPr>
          <a:xfrm>
            <a:off x="4637321" y="2934451"/>
            <a:ext cx="253969" cy="2360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</p:txBody>
      </p:sp>
    </p:spTree>
    <p:extLst>
      <p:ext uri="{ACC7BD83-7930-407D-34D7-55FD9DCD6A33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7578D684-B88B-4959-C3B1-F73FE0BB5773"/>
          <p:cNvPicPr>
            <a:picLocks noChangeAspect="1"/>
          </p:cNvPicPr>
          <p:nvPr/>
        </p:nvPicPr>
        <p:blipFill>
          <a:blip r:embed="rId2" cstate="print">
            <a:extLst>
              <a:ext uri="{71D04AB0-6C54-45D9-4C79-A445D44D05EB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215" name="VectorPath 215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pic>
        <p:nvPicPr>
          <p:cNvPr id="216" name="88B2B584-194D-4EEC-BFEE-D9DBC27E9C81"/>
          <p:cNvPicPr>
            <a:picLocks noChangeAspect="1"/>
          </p:cNvPicPr>
          <p:nvPr/>
        </p:nvPicPr>
        <p:blipFill>
          <a:blip r:embed="rId3" cstate="print">
            <a:extLst>
              <a:ext uri="{C0A99FB2-AFED-4F2E-B6CA-A4245A3AECDA}"/>
            </a:extLst>
          </a:blip>
          <a:srcRect/>
          <a:stretch>
            <a:fillRect/>
          </a:stretch>
        </p:blipFill>
        <p:spPr>
          <a:xfrm>
            <a:off x="4610436" y="2904790"/>
            <a:ext cx="314325" cy="285750"/>
          </a:xfrm>
          <a:prstGeom prst="rect">
            <a:avLst/>
          </a:prstGeom>
        </p:spPr>
      </p:pic>
      <p:sp>
        <p:nvSpPr>
          <p:cNvPr id="217" name="TextBox217"/>
          <p:cNvSpPr txBox="1"/>
          <p:nvPr/>
        </p:nvSpPr>
        <p:spPr>
          <a:xfrm>
            <a:off x="275542" y="1178855"/>
            <a:ext cx="6990313" cy="2722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7805" marR="0" indent="0" eaLnBrk="0">
              <a:lnSpc>
                <a:spcPct val="100000"/>
              </a:lnSpc>
            </a:pP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  <a:p>
            <a:pPr marL="0" marR="0" indent="0" eaLnBrk="0">
              <a:lnSpc>
                <a:spcPct val="30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071453" marR="85841" indent="-855166" eaLnBrk="0">
              <a:lnSpc>
                <a:spcPct val="100238"/>
              </a:lnSpc>
              <a:spcAft>
                <a:spcPts val="813"/>
              </a:spcAft>
            </a:pP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cap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uden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’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og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ess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7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1750" kern="0" spc="-13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ff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ence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een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baseline="0" lang="en-US" altLang="zh-CN" sz="1750" kern="0" spc="-165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</a:p>
          <a:p>
            <a:pPr marL="0" marR="0" indent="0" eaLnBrk="0">
              <a:lnSpc>
                <a:spcPct val="102148"/>
              </a:lnSpc>
              <a:spcBef>
                <a:spcPts val="0"/>
              </a:spcBef>
            </a:pPr>
            <a:r>
              <a:rPr lang="en-US" altLang="zh-CN" sz="2400" kern="0" spc="5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5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ults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highlighted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wide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-8983" lang="en-US" altLang="zh-CN" sz="2400" kern="0" spc="1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baseline="-13475" lang="en-US" altLang="zh-CN" sz="1600" kern="0" spc="33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rovements,</a:t>
            </a:r>
            <a:r>
              <a:rPr baseline="-8983" lang="en-US" altLang="zh-CN" sz="24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-8983" lang="en-US" altLang="zh-CN" sz="24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8983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some</a:t>
            </a:r>
            <a:r>
              <a:rPr baseline="-8983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showing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significant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growth,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others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experienced</a:t>
            </a:r>
            <a:r>
              <a:rPr baseline="-5326" lang="en-US" altLang="zh-CN" sz="2400" kern="0" spc="108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5326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-5326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5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decline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5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5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performance.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5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metric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offered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clearer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view</a:t>
            </a:r>
            <a:r>
              <a:rPr baseline="-1669" lang="en-US" altLang="zh-CN" sz="2400" kern="0" spc="20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-1669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-1669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400" kern="0" baseline="-1669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600" kern="0" spc="1325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400" kern="0" spc="0" baseline="1988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individual</a:t>
            </a:r>
            <a:r>
              <a:rPr baseline="1988" lang="en-US" altLang="zh-CN" sz="24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1988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1988" lang="en-US" altLang="zh-CN" sz="24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1988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trajectories.</a:t>
            </a:r>
          </a:p>
        </p:txBody>
      </p:sp>
    </p:spTree>
    <p:extLst>
      <p:ext uri="{5672876D-EF05-44AF-6238-9C6C0ACEF907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BA26A129-8A9E-46CD-497A-B89AFE1F0FA1"/>
          <p:cNvPicPr>
            <a:picLocks noChangeAspect="1"/>
          </p:cNvPicPr>
          <p:nvPr/>
        </p:nvPicPr>
        <p:blipFill>
          <a:blip r:embed="rId2" cstate="print">
            <a:extLst>
              <a:ext uri="{9E49C47B-5D2F-4A02-D21D-7AD97B9E3686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219" name="F9CE003A-81BE-44C9-7673-6D0C0294CDC9"/>
          <p:cNvPicPr>
            <a:picLocks noChangeAspect="1"/>
          </p:cNvPicPr>
          <p:nvPr/>
        </p:nvPicPr>
        <p:blipFill>
          <a:blip r:embed="rId3" cstate="print">
            <a:extLst>
              <a:ext uri="{5756ED16-520E-4274-C3C8-CC1961A74D6B}"/>
            </a:extLst>
          </a:blip>
          <a:srcRect/>
          <a:stretch>
            <a:fillRect/>
          </a:stretch>
        </p:blipFill>
        <p:spPr>
          <a:xfrm>
            <a:off x="2818612" y="3079405"/>
            <a:ext cx="4381500" cy="2781300"/>
          </a:xfrm>
          <a:prstGeom prst="rect">
            <a:avLst/>
          </a:prstGeom>
        </p:spPr>
      </p:pic>
      <p:pic>
        <p:nvPicPr>
          <p:cNvPr id="220" name="11534E53-28F9-4D60-D764-3CD84C98622C"/>
          <p:cNvPicPr>
            <a:picLocks noChangeAspect="1"/>
          </p:cNvPicPr>
          <p:nvPr/>
        </p:nvPicPr>
        <p:blipFill>
          <a:blip r:embed="rId4" cstate="print">
            <a:extLst>
              <a:ext uri="{5501CEA8-D830-4299-5ACB-04F18E637EF8}"/>
            </a:extLst>
          </a:blip>
          <a:srcRect/>
          <a:stretch>
            <a:fillRect/>
          </a:stretch>
        </p:blipFill>
        <p:spPr>
          <a:xfrm>
            <a:off x="623346" y="5850540"/>
            <a:ext cx="2914650" cy="2276475"/>
          </a:xfrm>
          <a:prstGeom prst="rect">
            <a:avLst/>
          </a:prstGeom>
        </p:spPr>
      </p:pic>
      <p:pic>
        <p:nvPicPr>
          <p:cNvPr id="221" name="F26A10EE-EB9D-4744-44E0-C0E0E4F06E3D"/>
          <p:cNvPicPr>
            <a:picLocks noChangeAspect="1"/>
          </p:cNvPicPr>
          <p:nvPr/>
        </p:nvPicPr>
        <p:blipFill>
          <a:blip r:embed="rId5" cstate="print">
            <a:extLst>
              <a:ext uri="{77B50422-43F5-4068-F7DC-C877A9F1FABD}"/>
            </a:extLst>
          </a:blip>
          <a:srcRect/>
          <a:stretch>
            <a:fillRect/>
          </a:stretch>
        </p:blipFill>
        <p:spPr>
          <a:xfrm>
            <a:off x="5168249" y="6424814"/>
            <a:ext cx="1076325" cy="1381125"/>
          </a:xfrm>
          <a:prstGeom prst="rect">
            <a:avLst/>
          </a:prstGeom>
        </p:spPr>
      </p:pic>
      <p:sp>
        <p:nvSpPr>
          <p:cNvPr id="222" name="VectorPath 222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23" name="TextBox223"/>
          <p:cNvSpPr txBox="1"/>
          <p:nvPr/>
        </p:nvSpPr>
        <p:spPr>
          <a:xfrm>
            <a:off x="623346" y="1178855"/>
            <a:ext cx="6431665" cy="19864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  <a:p>
            <a:pPr marL="0" marR="0" indent="0" eaLnBrk="0">
              <a:lnSpc>
                <a:spcPct val="272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77139" marR="83570" indent="412998" eaLnBrk="0">
              <a:lnSpc>
                <a:spcPct val="93015"/>
              </a:lnSpc>
              <a:spcBef>
                <a:spcPts val="0"/>
              </a:spcBef>
            </a:pP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ec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ff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ponen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dev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7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750" kern="0" spc="8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finals,</a:t>
            </a:r>
            <a:r>
              <a:rPr baseline="0" lang="en-US" altLang="zh-CN" sz="1750" kern="0" spc="-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assignments,</a:t>
            </a:r>
            <a:r>
              <a:rPr baseline="0" lang="en-US" altLang="zh-CN" sz="1750" kern="0" spc="-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quizzes,</a:t>
            </a:r>
            <a:r>
              <a:rPr baseline="0" lang="en-US" altLang="zh-CN" sz="1750" kern="0" spc="-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9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projects</a:t>
            </a:r>
          </a:p>
          <a:p>
            <a:pPr marL="4013975" marR="0" indent="0" eaLnBrk="0">
              <a:lnSpc>
                <a:spcPct val="82526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24" name="TextBox224"/>
          <p:cNvSpPr txBox="1"/>
          <p:nvPr/>
        </p:nvSpPr>
        <p:spPr>
          <a:xfrm>
            <a:off x="981937" y="8336707"/>
            <a:ext cx="5951799" cy="16767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9136"/>
              </a:lnSpc>
            </a:pP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</a:t>
            </a:r>
            <a:r>
              <a:rPr baseline="0" lang="en-US" altLang="zh-CN" sz="1850" kern="0" spc="10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ion</a:t>
            </a:r>
            <a:r>
              <a:rPr baseline="0" lang="en-US" altLang="zh-CN" sz="1850" kern="0" spc="10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heatmap</a:t>
            </a:r>
            <a:r>
              <a:rPr baseline="0" lang="en-US" altLang="zh-CN" sz="1850" kern="0" spc="10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revealed</a:t>
            </a:r>
            <a:r>
              <a:rPr baseline="0" lang="en-US" altLang="zh-CN" sz="1850" kern="0" spc="10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50" kern="0" spc="10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850" kern="0" spc="8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</a:t>
            </a:r>
            <a:r>
              <a:rPr baseline="0" lang="en-US" altLang="zh-CN" sz="1850" kern="0" spc="8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850" kern="0" spc="8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850" kern="0" spc="8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all</a:t>
            </a:r>
            <a:r>
              <a:rPr baseline="0" lang="en-US" altLang="zh-CN" sz="1850" kern="0" spc="8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components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tended</a:t>
            </a:r>
            <a:r>
              <a:rPr baseline="0" lang="en-US" altLang="zh-CN" sz="1850" kern="0" spc="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50" kern="0" spc="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have</a:t>
            </a:r>
            <a:r>
              <a:rPr baseline="0" lang="en-US" altLang="zh-CN" sz="1850" kern="0" spc="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1850" kern="0" spc="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weighted</a:t>
            </a:r>
            <a:r>
              <a:rPr baseline="0" lang="en-US" altLang="zh-CN" sz="1850" kern="0" spc="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  <a:r>
              <a:rPr baseline="0" lang="en-US" altLang="zh-CN" sz="1850" kern="0" spc="4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reinforced</a:t>
            </a:r>
            <a:r>
              <a:rPr baseline="0" lang="en-US" altLang="zh-CN" sz="18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8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idea</a:t>
            </a:r>
            <a:r>
              <a:rPr baseline="0" lang="en-US" altLang="zh-CN" sz="18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steady</a:t>
            </a:r>
            <a:r>
              <a:rPr baseline="0" lang="en-US" altLang="zh-CN" sz="18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effort</a:t>
            </a:r>
            <a:r>
              <a:rPr baseline="0" lang="en-US" altLang="zh-CN" sz="1850" kern="0" spc="8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various</a:t>
            </a:r>
            <a:r>
              <a:rPr baseline="0" lang="en-US" altLang="zh-CN" sz="1850" kern="0" spc="1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assessments</a:t>
            </a:r>
            <a:r>
              <a:rPr baseline="0" lang="en-US" altLang="zh-CN" sz="1850" kern="0" spc="1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often</a:t>
            </a:r>
            <a:r>
              <a:rPr baseline="0" lang="en-US" altLang="zh-CN" sz="1850" kern="0" spc="1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leads</a:t>
            </a:r>
            <a:r>
              <a:rPr baseline="0" lang="en-US" altLang="zh-CN" sz="1850" kern="0" spc="1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50" kern="0" spc="18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</a:t>
            </a:r>
            <a:r>
              <a:rPr lang="en-US" altLang="zh-CN" sz="1850" kern="0" spc="8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tter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50" kern="0" spc="179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utcomes.</a:t>
            </a:r>
          </a:p>
        </p:txBody>
      </p:sp>
    </p:spTree>
    <p:extLst>
      <p:ext uri="{C6ACB3CA-39D2-4194-E0F1-7EDDC95DE6B8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DEC0309E-7568-451F-4285-E5A07A1EFFBF"/>
          <p:cNvPicPr>
            <a:picLocks noChangeAspect="1"/>
          </p:cNvPicPr>
          <p:nvPr/>
        </p:nvPicPr>
        <p:blipFill>
          <a:blip r:embed="rId2" cstate="print">
            <a:extLst>
              <a:ext uri="{D9D26F93-FFA7-4460-0C39-982862A570A4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226" name="AC5CE8BB-7E6D-490B-162F-CFA70AC29F6B"/>
          <p:cNvPicPr>
            <a:picLocks noChangeAspect="1"/>
          </p:cNvPicPr>
          <p:nvPr/>
        </p:nvPicPr>
        <p:blipFill>
          <a:blip r:embed="rId3" cstate="print">
            <a:extLst>
              <a:ext uri="{80CFC7B1-1AC7-4420-87CD-596D8521F44B}"/>
            </a:extLst>
          </a:blip>
          <a:srcRect/>
          <a:stretch>
            <a:fillRect/>
          </a:stretch>
        </p:blipFill>
        <p:spPr>
          <a:xfrm>
            <a:off x="481050" y="4855506"/>
            <a:ext cx="6600825" cy="4248150"/>
          </a:xfrm>
          <a:prstGeom prst="rect">
            <a:avLst/>
          </a:prstGeom>
        </p:spPr>
      </p:pic>
      <p:sp>
        <p:nvSpPr>
          <p:cNvPr id="227" name="VectorPath 227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28" name="TextBox228"/>
          <p:cNvSpPr txBox="1"/>
          <p:nvPr/>
        </p:nvSpPr>
        <p:spPr>
          <a:xfrm>
            <a:off x="407334" y="1178855"/>
            <a:ext cx="6735632" cy="30972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16012" marR="0" indent="0" eaLnBrk="0">
              <a:lnSpc>
                <a:spcPct val="100000"/>
              </a:lnSpc>
            </a:pP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  <a:p>
            <a:pPr marL="0" marR="0" indent="0" eaLnBrk="0">
              <a:lnSpc>
                <a:spcPct val="26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17909" marR="529316" indent="-379065" eaLnBrk="0">
              <a:lnSpc>
                <a:spcPct val="98214"/>
              </a:lnSpc>
              <a:spcAft>
                <a:spcPts val="0"/>
              </a:spcAft>
            </a:pPr>
            <a:r>
              <a:rPr lang="en-US" altLang="zh-CN" sz="17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nned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eek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udy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ean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anges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ave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age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each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</a:p>
          <a:p>
            <a:pPr marL="0" marR="0" indent="0" eaLnBrk="0">
              <a:lnSpc>
                <a:spcPct val="12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229987" marR="0" indent="0" eaLnBrk="0">
              <a:lnSpc>
                <a:spcPct val="100000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  <a:p>
            <a:pPr marL="0" marR="0" indent="0" eaLnBrk="0">
              <a:lnSpc>
                <a:spcPct val="14833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9497"/>
              </a:lnSpc>
              <a:spcBef>
                <a:spcPts val="0"/>
              </a:spcBef>
            </a:pP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trend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showed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sweet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spot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around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45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week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ntly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scored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higher.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Beyond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450" kern="0" spc="8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range,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additiona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didn’t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correlate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significantly</a:t>
            </a:r>
            <a:r>
              <a:rPr baseline="0" lang="en-US" altLang="zh-CN" sz="1450" kern="0" spc="13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better</a:t>
            </a:r>
            <a:r>
              <a:rPr baseline="0" lang="en-US" altLang="zh-CN" sz="14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grades,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suggesting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diminishing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returns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excessive</a:t>
            </a:r>
            <a:r>
              <a:rPr baseline="0" lang="en-US" altLang="zh-CN" sz="14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4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studying.</a:t>
            </a:r>
          </a:p>
        </p:txBody>
      </p:sp>
    </p:spTree>
    <p:extLst>
      <p:ext uri="{F09663D2-3430-4CBB-62C6-63DC13056396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3C535AA5-5FDD-4A90-8AD8-17883E636F85"/>
          <p:cNvPicPr>
            <a:picLocks noChangeAspect="1"/>
          </p:cNvPicPr>
          <p:nvPr/>
        </p:nvPicPr>
        <p:blipFill>
          <a:blip r:embed="rId2" cstate="print">
            <a:extLst>
              <a:ext uri="{B41BB46E-BA3A-4C80-BA47-AD5201BED06C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230" name="VectorPath 230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31" name="TextBox231"/>
          <p:cNvSpPr txBox="1"/>
          <p:nvPr/>
        </p:nvSpPr>
        <p:spPr>
          <a:xfrm>
            <a:off x="430787" y="1178855"/>
            <a:ext cx="6698025" cy="19916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92560" marR="0" indent="0" eaLnBrk="0">
              <a:lnSpc>
                <a:spcPct val="100000"/>
              </a:lnSpc>
            </a:pP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UR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1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41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  <a:p>
            <a:pPr marL="0" marR="0" indent="0" eaLnBrk="0">
              <a:lnSpc>
                <a:spcPct val="26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857375" marR="0" indent="-1857375" eaLnBrk="0">
              <a:lnSpc>
                <a:spcPct val="98214"/>
              </a:lnSpc>
              <a:spcAft>
                <a:spcPts val="0"/>
              </a:spcAft>
            </a:pP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exa</a:t>
            </a:r>
            <a:r>
              <a:rPr lang="en-US" altLang="zh-CN" sz="1750" kern="0" spc="-11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onsh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een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ess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eep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bo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750" kern="0" spc="-5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750" kern="0" spc="-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17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750" kern="0" spc="-1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1750" kern="0" spc="-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750" kern="0" spc="-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</a:p>
          <a:p>
            <a:pPr marL="0" marR="0" indent="0" eaLnBrk="0">
              <a:lnSpc>
                <a:spcPct val="1266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206534" marR="0" indent="0" eaLnBrk="0">
              <a:lnSpc>
                <a:spcPct val="100000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32" name="TextBox232"/>
          <p:cNvSpPr txBox="1"/>
          <p:nvPr/>
        </p:nvSpPr>
        <p:spPr>
          <a:xfrm>
            <a:off x="424920" y="5677735"/>
            <a:ext cx="3694806" cy="2066779"/>
          </a:xfrm>
          <a:prstGeom prst="rect">
            <a:avLst/>
          </a:prstGeom>
          <a:noFill/>
        </p:spPr>
        <p:txBody>
          <a:bodyPr wrap="square" lIns="0" tIns="7620" rIns="0" bIns="0" rtlCol="0">
            <a:spAutoFit/>
          </a:bodyPr>
          <a:lstStyle/>
          <a:p>
            <a:pPr marL="0" marR="0" indent="0" eaLnBrk="0">
              <a:lnSpc>
                <a:spcPct val="96279"/>
              </a:lnSpc>
              <a:spcBef>
                <a:spcPts val="60"/>
              </a:spcBef>
              <a:spcAft>
                <a:spcPts val="13"/>
              </a:spcAft>
            </a:pP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Surprisingly,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there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stress-to-sleep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balance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performance.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sometimes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led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erratic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scores,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other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maintained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despi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stressful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conditions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possibly</a:t>
            </a:r>
            <a:r>
              <a:rPr baseline="0" lang="en-US" altLang="zh-CN" sz="17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due</a:t>
            </a:r>
            <a:r>
              <a:rPr baseline="0" lang="en-US" altLang="zh-CN" sz="17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7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effective</a:t>
            </a:r>
            <a:r>
              <a:rPr baseline="0" lang="en-US" altLang="zh-CN" sz="17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coping</a:t>
            </a:r>
            <a:r>
              <a:rPr baseline="0" lang="en-US" altLang="zh-CN" sz="17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mecha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nisms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support</a:t>
            </a:r>
            <a:r>
              <a:rPr baseline="0" lang="en-US" altLang="zh-CN" sz="17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7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systems.</a:t>
            </a:r>
          </a:p>
        </p:txBody>
      </p:sp>
    </p:spTree>
    <p:extLst>
      <p:ext uri="{76D5028E-C7AE-46DA-A010-0FEF2F4AC429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10ED68F2-535E-46B2-844A-F2A1582E99B2"/>
          <p:cNvPicPr>
            <a:picLocks noChangeAspect="1"/>
          </p:cNvPicPr>
          <p:nvPr/>
        </p:nvPicPr>
        <p:blipFill>
          <a:blip r:embed="rId2" cstate="print">
            <a:extLst>
              <a:ext uri="{3519B266-63D4-4652-28E7-D284305EDE67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234" name="3943B674-DF24-49BB-83D4-F989589D5ED2"/>
          <p:cNvPicPr>
            <a:picLocks noChangeAspect="1"/>
          </p:cNvPicPr>
          <p:nvPr/>
        </p:nvPicPr>
        <p:blipFill>
          <a:blip r:embed="rId3" cstate="print">
            <a:extLst>
              <a:ext uri="{3E9F1132-1FF7-4AF3-A634-F947820066EB}"/>
            </a:extLst>
          </a:blip>
          <a:srcRect/>
          <a:stretch>
            <a:fillRect/>
          </a:stretch>
        </p:blipFill>
        <p:spPr>
          <a:xfrm>
            <a:off x="4995905" y="894462"/>
            <a:ext cx="1600200" cy="1304925"/>
          </a:xfrm>
          <a:prstGeom prst="rect">
            <a:avLst/>
          </a:prstGeom>
        </p:spPr>
      </p:pic>
      <p:sp>
        <p:nvSpPr>
          <p:cNvPr id="235" name="TextBox235"/>
          <p:cNvSpPr txBox="1"/>
          <p:nvPr/>
        </p:nvSpPr>
        <p:spPr>
          <a:xfrm>
            <a:off x="1576644" y="4117205"/>
            <a:ext cx="4406469" cy="304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Consistency: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nts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stable</a:t>
            </a:r>
          </a:p>
        </p:txBody>
      </p:sp>
      <p:sp>
        <p:nvSpPr>
          <p:cNvPr id="236" name="TextBox236"/>
          <p:cNvSpPr txBox="1"/>
          <p:nvPr/>
        </p:nvSpPr>
        <p:spPr>
          <a:xfrm>
            <a:off x="992639" y="2364095"/>
            <a:ext cx="5574180" cy="304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eng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ineering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process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provided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valuable</a:t>
            </a:r>
          </a:p>
        </p:txBody>
      </p:sp>
      <p:sp>
        <p:nvSpPr>
          <p:cNvPr id="237" name="TextBox237"/>
          <p:cNvSpPr txBox="1"/>
          <p:nvPr/>
        </p:nvSpPr>
        <p:spPr>
          <a:xfrm>
            <a:off x="1401333" y="2656281"/>
            <a:ext cx="4756873" cy="304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insights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into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influencing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</a:p>
        </p:txBody>
      </p:sp>
      <p:pic>
        <p:nvPicPr>
          <p:cNvPr id="238" name="36BDBB8E-AE5D-475D-FCE3-E36B43971671"/>
          <p:cNvPicPr>
            <a:picLocks noChangeAspect="1"/>
          </p:cNvPicPr>
          <p:nvPr/>
        </p:nvPicPr>
        <p:blipFill>
          <a:blip r:embed="rId4" cstate="print">
            <a:extLst>
              <a:ext uri="{60EFDFB0-8E2E-41DA-01CF-6579AA9B35E4}"/>
            </a:extLst>
          </a:blip>
          <a:srcRect/>
          <a:stretch>
            <a:fillRect/>
          </a:stretch>
        </p:blipFill>
        <p:spPr>
          <a:xfrm>
            <a:off x="4773452" y="2904967"/>
            <a:ext cx="123825" cy="371475"/>
          </a:xfrm>
          <a:prstGeom prst="rect">
            <a:avLst/>
          </a:prstGeom>
        </p:spPr>
      </p:pic>
      <p:sp>
        <p:nvSpPr>
          <p:cNvPr id="239" name="TextBox239"/>
          <p:cNvSpPr txBox="1"/>
          <p:nvPr/>
        </p:nvSpPr>
        <p:spPr>
          <a:xfrm>
            <a:off x="872478" y="2915281"/>
            <a:ext cx="5814314" cy="346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13541"/>
              </a:lnSpc>
            </a:pPr>
            <a:r>
              <a:rPr lang="en-US" altLang="zh-CN" sz="3000" kern="0" spc="5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3000" kern="0" spc="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erformance.</a:t>
            </a:r>
            <a:r>
              <a:rPr baseline="-1617" lang="en-US" altLang="zh-CN" sz="30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000" kern="0" spc="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-1617" lang="en-US" altLang="zh-CN" sz="30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000" kern="0" spc="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crafting</a:t>
            </a:r>
            <a:r>
              <a:rPr baseline="-1617" lang="en-US" altLang="zh-CN" sz="30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000" kern="0" spc="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new</a:t>
            </a:r>
            <a:r>
              <a:rPr baseline="-1617" lang="en-US" altLang="zh-CN" sz="30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000" kern="0" spc="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</a:t>
            </a:r>
            <a:r>
              <a:rPr baseline="-2426" lang="en-US" altLang="zh-CN" sz="2000" kern="0" spc="197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3000" kern="0" spc="-6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  <a:r>
              <a:rPr baseline="-1617" lang="en-US" altLang="zh-CN" sz="3000" kern="0" spc="-2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000" kern="0" spc="-6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-1617" lang="en-US" altLang="zh-CN" sz="3000" kern="0" spc="-2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3000" kern="0" spc="-6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3000" kern="0" spc="-4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</a:t>
            </a:r>
            <a:r>
              <a:rPr lang="en-US" altLang="zh-CN" sz="3000" kern="0" spc="-25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3000" kern="0" spc="-4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yz</a:t>
            </a:r>
            <a:r>
              <a:rPr lang="en-US" altLang="zh-CN" sz="3000" kern="0" spc="-25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3000" kern="0" spc="-40" baseline="-1617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</a:p>
        </p:txBody>
      </p:sp>
      <p:pic>
        <p:nvPicPr>
          <p:cNvPr id="240" name="A7030E68-8C70-402B-6DCF-81C4ABE69764"/>
          <p:cNvPicPr>
            <a:picLocks noChangeAspect="1"/>
          </p:cNvPicPr>
          <p:nvPr/>
        </p:nvPicPr>
        <p:blipFill>
          <a:blip r:embed="rId5" cstate="print">
            <a:extLst>
              <a:ext uri="{D3CDDE72-222C-458C-E269-2831542E9595}"/>
            </a:extLst>
          </a:blip>
          <a:srcRect/>
          <a:stretch>
            <a:fillRect/>
          </a:stretch>
        </p:blipFill>
        <p:spPr>
          <a:xfrm>
            <a:off x="4633849" y="2904967"/>
            <a:ext cx="152400" cy="371475"/>
          </a:xfrm>
          <a:prstGeom prst="rect">
            <a:avLst/>
          </a:prstGeom>
        </p:spPr>
      </p:pic>
      <p:sp>
        <p:nvSpPr>
          <p:cNvPr id="241" name="TextBox241"/>
          <p:cNvSpPr txBox="1"/>
          <p:nvPr/>
        </p:nvSpPr>
        <p:spPr>
          <a:xfrm>
            <a:off x="1166124" y="3240650"/>
            <a:ext cx="5227364" cy="304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20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relationships</a:t>
            </a:r>
            <a:r>
              <a:rPr baseline="0" lang="en-US" altLang="zh-CN" sz="20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20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20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outcomes,</a:t>
            </a:r>
            <a:r>
              <a:rPr baseline="0" lang="en-US" altLang="zh-CN" sz="20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</a:t>
            </a:r>
          </a:p>
        </p:txBody>
      </p:sp>
      <p:sp>
        <p:nvSpPr>
          <p:cNvPr id="242" name="TextBox242"/>
          <p:cNvSpPr txBox="1"/>
          <p:nvPr/>
        </p:nvSpPr>
        <p:spPr>
          <a:xfrm>
            <a:off x="1578835" y="3532835"/>
            <a:ext cx="4401758" cy="304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uncovered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several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noteworthy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patterns:</a:t>
            </a:r>
          </a:p>
        </p:txBody>
      </p:sp>
      <p:sp>
        <p:nvSpPr>
          <p:cNvPr id="243" name="VectorPath 243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44" name="TextBox244"/>
          <p:cNvSpPr txBox="1"/>
          <p:nvPr/>
        </p:nvSpPr>
        <p:spPr>
          <a:xfrm>
            <a:off x="623346" y="1178855"/>
            <a:ext cx="3716037" cy="6321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ND</a:t>
            </a:r>
            <a:r>
              <a:rPr lang="en-US" altLang="zh-CN" sz="41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245" name="TextBox245"/>
          <p:cNvSpPr txBox="1"/>
          <p:nvPr/>
        </p:nvSpPr>
        <p:spPr>
          <a:xfrm>
            <a:off x="835955" y="4409390"/>
            <a:ext cx="5887607" cy="5856143"/>
          </a:xfrm>
          <a:prstGeom prst="rect">
            <a:avLst/>
          </a:prstGeom>
          <a:noFill/>
        </p:spPr>
        <p:txBody>
          <a:bodyPr wrap="square" lIns="0" tIns="10160" rIns="0" bIns="0" rtlCol="0">
            <a:spAutoFit/>
          </a:bodyPr>
          <a:lstStyle/>
          <a:p>
            <a:pPr marL="63733" marR="63729" indent="8218" eaLnBrk="0">
              <a:lnSpc>
                <a:spcPct val="95833"/>
              </a:lnSpc>
              <a:spcBef>
                <a:spcPts val="79"/>
              </a:spcBef>
              <a:spcAft>
                <a:spcPts val="18"/>
              </a:spcAft>
            </a:pPr>
            <a:r>
              <a:rPr lang="en-US" altLang="zh-CN" sz="20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</a:t>
            </a:r>
            <a:r>
              <a:rPr lang="en-US" altLang="zh-CN" sz="20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rf</a:t>
            </a:r>
            <a:r>
              <a:rPr lang="en-US" altLang="zh-CN" sz="20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20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000" kern="0" spc="-5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0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oss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</a:t>
            </a:r>
            <a:r>
              <a:rPr lang="en-US" altLang="zh-CN" sz="20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gene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ll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ach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eved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overall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However,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few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fluctuating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still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performed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well,</a:t>
            </a:r>
            <a:r>
              <a:rPr baseline="0" lang="en-US" altLang="zh-CN" sz="20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suggesting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consistency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positive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indicator,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it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000" kern="0" spc="94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sole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predictor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success.</a:t>
            </a:r>
          </a:p>
          <a:p>
            <a:pPr marL="0" marR="0" indent="0" eaLnBrk="0">
              <a:lnSpc>
                <a:spcPct val="18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23192" eaLnBrk="0">
              <a:lnSpc>
                <a:spcPct val="95833"/>
              </a:lnSpc>
              <a:spcBef>
                <a:spcPts val="79"/>
              </a:spcBef>
              <a:spcAft>
                <a:spcPts val="18"/>
              </a:spcAft>
            </a:pPr>
            <a:r>
              <a:rPr lang="en-US" altLang="zh-CN" sz="20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ticipation-Project</a:t>
            </a:r>
            <a:r>
              <a:rPr baseline="0" lang="en-US" altLang="zh-CN" sz="2000" kern="0" spc="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Ratio:</a:t>
            </a:r>
            <a:r>
              <a:rPr baseline="0" lang="en-US" altLang="zh-CN" sz="2000" kern="0" spc="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Top-performing</a:t>
            </a:r>
            <a:r>
              <a:rPr baseline="0" lang="en-US" altLang="zh-CN" sz="2000" kern="0" spc="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20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20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20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rades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B)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showed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stronger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0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phas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20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ject-based</a:t>
            </a:r>
            <a:r>
              <a:rPr baseline="0" lang="en-US" altLang="zh-CN" sz="20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work,</a:t>
            </a:r>
            <a:r>
              <a:rPr baseline="0" lang="en-US" altLang="zh-CN" sz="20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20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lower-performing</a:t>
            </a:r>
            <a:r>
              <a:rPr baseline="0" lang="en-US" altLang="zh-CN" sz="200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(Grades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D)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relied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participation</a:t>
            </a:r>
            <a:r>
              <a:rPr baseline="0" lang="en-US" altLang="zh-CN" sz="20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2000" kern="0" spc="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ghlights</a:t>
            </a:r>
            <a:r>
              <a:rPr baseline="0" lang="en-US" altLang="zh-CN" sz="2000" kern="0" spc="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000" kern="0" spc="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importance</a:t>
            </a:r>
            <a:r>
              <a:rPr baseline="0" lang="en-US" altLang="zh-CN" sz="2000" kern="0" spc="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000" kern="0" spc="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hands-on</a:t>
            </a:r>
            <a:r>
              <a:rPr baseline="0" lang="en-US" altLang="zh-CN" sz="2000" kern="0" spc="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learning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000" kern="0" spc="913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driving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20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excellence.</a:t>
            </a:r>
          </a:p>
          <a:p>
            <a:pPr marL="0" marR="0" indent="0" eaLnBrk="0">
              <a:lnSpc>
                <a:spcPct val="16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206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0175" marR="40238" indent="397189" eaLnBrk="0">
              <a:lnSpc>
                <a:spcPct val="95833"/>
              </a:lnSpc>
              <a:spcBef>
                <a:spcPts val="79"/>
              </a:spcBef>
              <a:spcAft>
                <a:spcPts val="18"/>
              </a:spcAft>
            </a:pP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Improvement</a:t>
            </a:r>
            <a:r>
              <a:rPr baseline="0" lang="en-US" altLang="zh-CN" sz="20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Score:</a:t>
            </a:r>
            <a:r>
              <a:rPr baseline="0" lang="en-US" altLang="zh-CN" sz="20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0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majority</a:t>
            </a:r>
            <a:r>
              <a:rPr baseline="0" lang="en-US" altLang="zh-CN" sz="20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0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demonstrated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either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slight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improvements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20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stable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from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midterms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finals.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Notably,</a:t>
            </a:r>
            <a:r>
              <a:rPr baseline="0" lang="en-US" altLang="zh-CN" sz="2000" kern="0" spc="-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200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significant</a:t>
            </a:r>
            <a:r>
              <a:rPr baseline="0" lang="en-US" altLang="zh-CN" sz="200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improvements</a:t>
            </a:r>
            <a:r>
              <a:rPr baseline="0" lang="en-US" altLang="zh-CN" sz="200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often</a:t>
            </a:r>
            <a:r>
              <a:rPr baseline="0" lang="en-US" altLang="zh-CN" sz="200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exhibited</a:t>
            </a:r>
            <a:r>
              <a:rPr baseline="0" lang="en-US" altLang="zh-CN" sz="2000" kern="0" spc="-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focus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targeted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strategies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20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</a:t>
            </a:r>
            <a:r>
              <a:rPr baseline="0" lang="en-US" altLang="zh-CN" sz="20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0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000" kern="0" spc="198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0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20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ork.</a:t>
            </a:r>
          </a:p>
        </p:txBody>
      </p:sp>
    </p:spTree>
    <p:extLst>
      <p:ext uri="{106E930C-C380-4845-8445-EB73ECDC6A33}"/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B9B033AE-E0F2-444C-67A8-010B2FAE13D3"/>
          <p:cNvPicPr>
            <a:picLocks noChangeAspect="1"/>
          </p:cNvPicPr>
          <p:nvPr/>
        </p:nvPicPr>
        <p:blipFill>
          <a:blip r:embed="rId2" cstate="print">
            <a:extLst>
              <a:ext uri="{53E36D7F-A5F7-45D6-30D9-BEC68F201E8F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247" name="82CB3DE2-2194-4979-1BB5-F29EE9610526"/>
          <p:cNvPicPr>
            <a:picLocks noChangeAspect="1"/>
          </p:cNvPicPr>
          <p:nvPr/>
        </p:nvPicPr>
        <p:blipFill>
          <a:blip r:embed="rId3" cstate="print">
            <a:extLst>
              <a:ext uri="{BB2D061B-F577-4F0C-F16C-96ACBD609CE7}"/>
            </a:extLst>
          </a:blip>
          <a:srcRect/>
          <a:stretch>
            <a:fillRect/>
          </a:stretch>
        </p:blipFill>
        <p:spPr>
          <a:xfrm>
            <a:off x="4995905" y="894462"/>
            <a:ext cx="1600200" cy="1304925"/>
          </a:xfrm>
          <a:prstGeom prst="rect">
            <a:avLst/>
          </a:prstGeom>
        </p:spPr>
      </p:pic>
      <p:sp>
        <p:nvSpPr>
          <p:cNvPr id="248" name="VectorPath 248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pic>
        <p:nvPicPr>
          <p:cNvPr id="249" name="0A1F6153-C532-42ED-2892-C1E73B08C588"/>
          <p:cNvPicPr>
            <a:picLocks noChangeAspect="1"/>
          </p:cNvPicPr>
          <p:nvPr/>
        </p:nvPicPr>
        <p:blipFill>
          <a:blip r:embed="rId4" cstate="print">
            <a:extLst>
              <a:ext uri="{9467133D-AAF1-4AEE-B2EC-C1E8DE31695D}"/>
            </a:extLst>
          </a:blip>
          <a:srcRect/>
          <a:stretch>
            <a:fillRect/>
          </a:stretch>
        </p:blipFill>
        <p:spPr>
          <a:xfrm>
            <a:off x="4764273" y="2904967"/>
            <a:ext cx="161925" cy="390525"/>
          </a:xfrm>
          <a:prstGeom prst="rect">
            <a:avLst/>
          </a:prstGeom>
        </p:spPr>
      </p:pic>
      <p:pic>
        <p:nvPicPr>
          <p:cNvPr id="250" name="15521BA9-8102-443B-F896-C56A80622435"/>
          <p:cNvPicPr>
            <a:picLocks noChangeAspect="1"/>
          </p:cNvPicPr>
          <p:nvPr/>
        </p:nvPicPr>
        <p:blipFill>
          <a:blip r:embed="rId5" cstate="print">
            <a:extLst>
              <a:ext uri="{D46D8082-FA0E-4CA0-3B76-AFD27BB07A62}"/>
            </a:extLst>
          </a:blip>
          <a:srcRect/>
          <a:stretch>
            <a:fillRect/>
          </a:stretch>
        </p:blipFill>
        <p:spPr>
          <a:xfrm>
            <a:off x="4626428" y="2904967"/>
            <a:ext cx="152400" cy="390525"/>
          </a:xfrm>
          <a:prstGeom prst="rect">
            <a:avLst/>
          </a:prstGeom>
        </p:spPr>
      </p:pic>
      <p:sp>
        <p:nvSpPr>
          <p:cNvPr id="251" name="TextBox251"/>
          <p:cNvSpPr txBox="1"/>
          <p:nvPr/>
        </p:nvSpPr>
        <p:spPr>
          <a:xfrm>
            <a:off x="859354" y="2637052"/>
            <a:ext cx="5841122" cy="327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  <a:tabLst>
                <a:tab pos="5841122" algn="r"/>
              </a:tabLst>
            </a:pPr>
            <a:r>
              <a:rPr lang="en-US" altLang="zh-CN" sz="2150" kern="0" spc="-6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5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: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eg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5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</a:t>
            </a:r>
            <a:r>
              <a:rPr lang="en-US" altLang="zh-CN" sz="2150" kern="0" spc="-5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52" name="TextBox252"/>
          <p:cNvSpPr txBox="1"/>
          <p:nvPr/>
        </p:nvSpPr>
        <p:spPr>
          <a:xfrm>
            <a:off x="994483" y="2947696"/>
            <a:ext cx="5570463" cy="3274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  <a:tabLst>
                <a:tab pos="5570463" algn="r"/>
              </a:tabLst>
            </a:pP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ponents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revea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</a:t>
            </a:r>
            <a:r>
              <a:rPr baseline="0" lang="en-US" altLang="zh-CN" sz="2150" kern="0" spc="16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mainta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ining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53" name="TextBox253"/>
          <p:cNvSpPr txBox="1"/>
          <p:nvPr/>
        </p:nvSpPr>
        <p:spPr>
          <a:xfrm>
            <a:off x="623346" y="1178855"/>
            <a:ext cx="6193809" cy="7998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ND</a:t>
            </a:r>
            <a:r>
              <a:rPr lang="en-US" altLang="zh-CN" sz="41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  <a:p>
            <a:pPr marL="0" marR="0" indent="0" eaLnBrk="0">
              <a:lnSpc>
                <a:spcPct val="499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63394" marR="44064" indent="0" eaLnBrk="0">
              <a:lnSpc>
                <a:spcPct val="119976"/>
              </a:lnSpc>
              <a:spcBef>
                <a:spcPts val="451"/>
              </a:spcBef>
              <a:spcAft>
                <a:spcPts val="0"/>
              </a:spcAft>
            </a:pPr>
            <a:r>
              <a:rPr baseline="0" lang="en-US" altLang="zh-CN" sz="1050" kern="0" spc="468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407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steady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efforts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midterms,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finals,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projects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stent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gher.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underscores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lue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balanced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approach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academics,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rather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1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150" kern="0" spc="86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than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excelling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only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one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area.</a:t>
            </a:r>
          </a:p>
          <a:p>
            <a:pPr marL="0" marR="0" indent="0" eaLnBrk="0">
              <a:lnSpc>
                <a:spcPct val="14416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09797" marR="90571" indent="0" eaLnBrk="0">
              <a:lnSpc>
                <a:spcPct val="95025"/>
              </a:lnSpc>
              <a:spcBef>
                <a:spcPts val="108"/>
              </a:spcBef>
              <a:spcAft>
                <a:spcPts val="24"/>
              </a:spcAft>
            </a:pP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ns: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ear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trend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erged,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baseline="0" lang="en-US" altLang="zh-CN" sz="21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week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best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ts.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Interest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beyond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yield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significant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improvements,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pointi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concept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returns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excess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ng.</a:t>
            </a:r>
          </a:p>
          <a:p>
            <a:pPr marL="0" marR="0" indent="0" eaLnBrk="0">
              <a:lnSpc>
                <a:spcPct val="192916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19127" marR="0" indent="216674" eaLnBrk="0">
              <a:lnSpc>
                <a:spcPct val="94988"/>
              </a:lnSpc>
              <a:spcBef>
                <a:spcPts val="108"/>
              </a:spcBef>
              <a:spcAft>
                <a:spcPts val="24"/>
              </a:spcAft>
            </a:pP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Stress-to-S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eep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o: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ontrary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ectations,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ther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stress-to-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eep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ba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ance.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uden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expe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ri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enced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rr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es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he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rs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5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ned</a:t>
            </a:r>
            <a:r>
              <a:rPr baseline="0" lang="en-US" altLang="zh-CN" sz="2150" kern="0" spc="-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ong</a:t>
            </a:r>
            <a:r>
              <a:rPr baseline="0" lang="en-US" altLang="zh-CN" sz="2150" kern="0" spc="-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ades</a:t>
            </a:r>
            <a:r>
              <a:rPr baseline="0" lang="en-US" altLang="zh-CN" sz="2150" kern="0" spc="-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5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2150" kern="0" spc="-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2150" kern="0" spc="-2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ffect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ve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cop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echan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ay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ay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cruc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baseline="0" lang="en-US" altLang="zh-CN" sz="2150" kern="0" spc="-1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21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21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1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150" kern="0" spc="10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mitigating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stress's</a:t>
            </a:r>
            <a:r>
              <a:rPr baseline="0" lang="en-US" altLang="zh-CN" sz="21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1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impact.</a:t>
            </a:r>
          </a:p>
        </p:txBody>
      </p:sp>
    </p:spTree>
    <p:extLst>
      <p:ext uri="{9391CC18-48DB-4141-CA7A-56F1F33FDA43}"/>
    </p:extLst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95AAF049-25DE-4C20-5628-534BC658CC91"/>
          <p:cNvPicPr>
            <a:picLocks noChangeAspect="1"/>
          </p:cNvPicPr>
          <p:nvPr/>
        </p:nvPicPr>
        <p:blipFill>
          <a:blip r:embed="rId2" cstate="print">
            <a:extLst>
              <a:ext uri="{8375550C-0579-4450-EDF3-3B5D0D7B980B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pic>
        <p:nvPicPr>
          <p:cNvPr id="255" name="DC0DA993-F341-40DF-7712-B7EFCB300052"/>
          <p:cNvPicPr>
            <a:picLocks noChangeAspect="1"/>
          </p:cNvPicPr>
          <p:nvPr/>
        </p:nvPicPr>
        <p:blipFill>
          <a:blip r:embed="rId3" cstate="print">
            <a:extLst>
              <a:ext uri="{3EC81B43-61A9-40D9-945C-F9F2B8237E91}"/>
            </a:extLst>
          </a:blip>
          <a:srcRect/>
          <a:stretch>
            <a:fillRect/>
          </a:stretch>
        </p:blipFill>
        <p:spPr>
          <a:xfrm>
            <a:off x="4995905" y="894462"/>
            <a:ext cx="1600200" cy="1304925"/>
          </a:xfrm>
          <a:prstGeom prst="rect">
            <a:avLst/>
          </a:prstGeom>
        </p:spPr>
      </p:pic>
      <p:sp>
        <p:nvSpPr>
          <p:cNvPr id="256" name="TextBox256"/>
          <p:cNvSpPr txBox="1"/>
          <p:nvPr/>
        </p:nvSpPr>
        <p:spPr>
          <a:xfrm>
            <a:off x="488766" y="2737022"/>
            <a:ext cx="6582268" cy="4335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589"/>
              </a:lnSpc>
            </a:pPr>
            <a:r>
              <a:rPr lang="en-US" altLang="zh-CN" sz="24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24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alanced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24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ffort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4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atte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rs: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onsi</a:t>
            </a:r>
            <a:r>
              <a:rPr lang="en-US" altLang="zh-CN" sz="2325" kern="0" spc="-25" baseline="-30108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2325" kern="0" spc="-25" baseline="-30108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tent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</a:t>
            </a:r>
            <a:r>
              <a:rPr lang="en-US" altLang="zh-CN" sz="24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</a:p>
        </p:txBody>
      </p:sp>
      <p:sp>
        <p:nvSpPr>
          <p:cNvPr id="257" name="TextBox257"/>
          <p:cNvSpPr txBox="1"/>
          <p:nvPr/>
        </p:nvSpPr>
        <p:spPr>
          <a:xfrm>
            <a:off x="515792" y="3092765"/>
            <a:ext cx="6527750" cy="365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400" kern="0" spc="-3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across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various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</a:t>
            </a:r>
            <a:r>
              <a:rPr lang="en-US" altLang="zh-CN" sz="24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ents,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rather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than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excelling</a:t>
            </a:r>
          </a:p>
        </p:txBody>
      </p:sp>
      <p:sp>
        <p:nvSpPr>
          <p:cNvPr id="258" name="TextBox258"/>
          <p:cNvSpPr txBox="1"/>
          <p:nvPr/>
        </p:nvSpPr>
        <p:spPr>
          <a:xfrm>
            <a:off x="1063590" y="3448508"/>
            <a:ext cx="5432477" cy="365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one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area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alone,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leads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scores.</a:t>
            </a:r>
          </a:p>
        </p:txBody>
      </p:sp>
      <p:sp>
        <p:nvSpPr>
          <p:cNvPr id="259" name="VectorPath 259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60" name="TextBox260"/>
          <p:cNvSpPr txBox="1"/>
          <p:nvPr/>
        </p:nvSpPr>
        <p:spPr>
          <a:xfrm>
            <a:off x="623346" y="1178855"/>
            <a:ext cx="3716037" cy="6321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EY</a:t>
            </a:r>
            <a:r>
              <a:rPr baseline="0" lang="en-US" altLang="zh-CN" sz="4150" kern="0" spc="-350" b="1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4150" kern="0" spc="-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</a:t>
            </a:r>
            <a:r>
              <a:rPr lang="en-US" altLang="zh-CN" sz="41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ND</a:t>
            </a:r>
            <a:r>
              <a:rPr lang="en-US" altLang="zh-CN" sz="4150" kern="0" spc="-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261" name="TextBox261"/>
          <p:cNvSpPr txBox="1"/>
          <p:nvPr/>
        </p:nvSpPr>
        <p:spPr>
          <a:xfrm>
            <a:off x="409414" y="4159994"/>
            <a:ext cx="6740839" cy="4634476"/>
          </a:xfrm>
          <a:prstGeom prst="rect">
            <a:avLst/>
          </a:prstGeom>
          <a:noFill/>
        </p:spPr>
        <p:txBody>
          <a:bodyPr wrap="square" lIns="0" tIns="8255" rIns="0" bIns="0" rtlCol="0">
            <a:spAutoFit/>
          </a:bodyPr>
          <a:lstStyle/>
          <a:p>
            <a:pPr marL="0" marR="0" indent="0" eaLnBrk="0">
              <a:lnSpc>
                <a:spcPct val="97048"/>
              </a:lnSpc>
              <a:spcBef>
                <a:spcPts val="63"/>
              </a:spcBef>
              <a:spcAft>
                <a:spcPts val="14"/>
              </a:spcAft>
            </a:pP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Strategic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Wins: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optimal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baseline="0" lang="en-US" altLang="zh-CN" sz="24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week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appears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24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maximize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,</a:t>
            </a:r>
            <a:r>
              <a:rPr baseline="0" lang="en-US" altLang="zh-CN" sz="24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24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excessive</a:t>
            </a:r>
            <a:r>
              <a:rPr baseline="0" lang="en-US" altLang="zh-CN" sz="24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</a:t>
            </a:r>
            <a:r>
              <a:rPr baseline="0" lang="en-US" altLang="zh-CN" sz="24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does</a:t>
            </a:r>
            <a:r>
              <a:rPr baseline="0" lang="en-US" altLang="zh-CN" sz="2400" kern="0" spc="4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4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400" kern="0" spc="1289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guarantee</a:t>
            </a:r>
            <a:r>
              <a:rPr baseline="0" lang="en-US" altLang="zh-CN" sz="2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better</a:t>
            </a:r>
            <a:r>
              <a:rPr baseline="0" lang="en-US" altLang="zh-CN" sz="24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results.</a:t>
            </a:r>
          </a:p>
          <a:p>
            <a:pPr marL="0" marR="0" indent="0" eaLnBrk="0">
              <a:lnSpc>
                <a:spcPct val="22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7059" marR="17305" indent="202981" eaLnBrk="0">
              <a:lnSpc>
                <a:spcPct val="96990"/>
              </a:lnSpc>
              <a:spcBef>
                <a:spcPts val="63"/>
              </a:spcBef>
              <a:spcAft>
                <a:spcPts val="14"/>
              </a:spcAft>
            </a:pP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Hands-On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Learning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Key: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involvement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correlates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strongly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top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grades,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highlighting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power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practical,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application-based</a:t>
            </a:r>
            <a:r>
              <a:rPr baseline="0" lang="en-US" altLang="zh-CN" sz="2400" kern="0" spc="-9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learning.</a:t>
            </a:r>
          </a:p>
          <a:p>
            <a:pPr marL="0" marR="0" indent="0" eaLnBrk="0">
              <a:lnSpc>
                <a:spcPct val="22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31626" marR="31635" indent="0" eaLnBrk="0">
              <a:lnSpc>
                <a:spcPct val="97048"/>
              </a:lnSpc>
              <a:spcBef>
                <a:spcPts val="63"/>
              </a:spcBef>
              <a:spcAft>
                <a:spcPts val="14"/>
              </a:spcAft>
            </a:pP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Isn’t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Everything: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absence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clear</a:t>
            </a:r>
            <a:r>
              <a:rPr baseline="0" lang="en-US" altLang="zh-CN" sz="24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link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</a:t>
            </a:r>
            <a:r>
              <a:rPr lang="en-US" altLang="zh-CN" sz="24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een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suggests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2400" kern="0" spc="-2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effec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tive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coping</a:t>
            </a:r>
            <a:r>
              <a:rPr baseline="0" lang="en-US" altLang="zh-CN" sz="24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strategies</a:t>
            </a:r>
            <a:r>
              <a:rPr baseline="0" lang="en-US" altLang="zh-CN" sz="24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may</a:t>
            </a:r>
            <a:r>
              <a:rPr baseline="0" lang="en-US" altLang="zh-CN" sz="24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neutralize</a:t>
            </a:r>
            <a:r>
              <a:rPr baseline="0" lang="en-US" altLang="zh-CN" sz="24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stress’s</a:t>
            </a:r>
            <a:r>
              <a:rPr baseline="0" lang="en-US" altLang="zh-CN" sz="240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negative</a:t>
            </a:r>
            <a:r>
              <a:rPr baseline="0" lang="en-US" altLang="zh-CN" sz="24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24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2400" kern="0" spc="2164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mpact.</a:t>
            </a:r>
          </a:p>
        </p:txBody>
      </p:sp>
    </p:spTree>
    <p:extLst>
      <p:ext uri="{13A091E4-EFD1-445E-994D-1901D2AE9B25}"/>
    </p:extLst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3FDB0FDE-2A63-4301-2E90-BAED02A03219"/>
          <p:cNvPicPr>
            <a:picLocks noChangeAspect="1"/>
          </p:cNvPicPr>
          <p:nvPr/>
        </p:nvPicPr>
        <p:blipFill>
          <a:blip r:embed="rId2" cstate="print">
            <a:extLst>
              <a:ext uri="{9A9DCCF3-CC03-4BB4-6B05-DB186BCD4B45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263" name="Combination 263"/>
          <p:cNvGrpSpPr/>
          <p:nvPr/>
        </p:nvGrpSpPr>
        <p:grpSpPr>
          <a:xfrm>
            <a:off x="802764" y="7099276"/>
            <a:ext cx="64491" cy="1870247"/>
            <a:chOff x="802764" y="7099276"/>
            <a:chExt cx="64491" cy="1870247"/>
          </a:xfrm>
        </p:grpSpPr>
        <p:sp>
          <p:nvSpPr>
            <p:cNvPr id="264" name="VectorPath 264"/>
            <p:cNvSpPr/>
            <p:nvPr/>
          </p:nvSpPr>
          <p:spPr>
            <a:xfrm>
              <a:off x="802764" y="7099276"/>
              <a:ext cx="64491" cy="64491"/>
            </a:xfrm>
            <a:custGeom>
              <a:rect l="l" t="t" r="r" b="b"/>
              <a:pathLst>
                <a:path w="64491" h="64491">
                  <a:moveTo>
                    <a:pt x="38578" y="409"/>
                  </a:moveTo>
                  <a:cubicBezTo>
                    <a:pt x="40595" y="1022"/>
                    <a:pt x="42610" y="1636"/>
                    <a:pt x="44585" y="2455"/>
                  </a:cubicBezTo>
                  <a:lnTo>
                    <a:pt x="44665" y="2487"/>
                  </a:lnTo>
                  <a:cubicBezTo>
                    <a:pt x="48583" y="4121"/>
                    <a:pt x="52043" y="6440"/>
                    <a:pt x="55047" y="9444"/>
                  </a:cubicBezTo>
                  <a:lnTo>
                    <a:pt x="55107" y="9505"/>
                  </a:lnTo>
                  <a:cubicBezTo>
                    <a:pt x="58101" y="12514"/>
                    <a:pt x="60411" y="15980"/>
                    <a:pt x="62037" y="19905"/>
                  </a:cubicBezTo>
                  <a:lnTo>
                    <a:pt x="62069" y="19984"/>
                  </a:lnTo>
                  <a:cubicBezTo>
                    <a:pt x="63670" y="23873"/>
                    <a:pt x="64479" y="27931"/>
                    <a:pt x="64491" y="32160"/>
                  </a:cubicBezTo>
                  <a:lnTo>
                    <a:pt x="64491" y="32331"/>
                  </a:lnTo>
                  <a:lnTo>
                    <a:pt x="64082" y="38577"/>
                  </a:lnTo>
                  <a:cubicBezTo>
                    <a:pt x="63469" y="40593"/>
                    <a:pt x="62855" y="42609"/>
                    <a:pt x="62037" y="44585"/>
                  </a:cubicBezTo>
                  <a:lnTo>
                    <a:pt x="62004" y="44664"/>
                  </a:lnTo>
                  <a:cubicBezTo>
                    <a:pt x="60375" y="48573"/>
                    <a:pt x="58057" y="52034"/>
                    <a:pt x="55047" y="55047"/>
                  </a:cubicBezTo>
                  <a:lnTo>
                    <a:pt x="54986" y="55107"/>
                  </a:lnTo>
                  <a:cubicBezTo>
                    <a:pt x="51976" y="58101"/>
                    <a:pt x="48510" y="60410"/>
                    <a:pt x="44585" y="62036"/>
                  </a:cubicBezTo>
                  <a:lnTo>
                    <a:pt x="44506" y="62068"/>
                  </a:lnTo>
                  <a:cubicBezTo>
                    <a:pt x="40580" y="63683"/>
                    <a:pt x="36493" y="64490"/>
                    <a:pt x="32160" y="64491"/>
                  </a:cubicBezTo>
                  <a:lnTo>
                    <a:pt x="25913" y="64081"/>
                  </a:lnTo>
                  <a:cubicBezTo>
                    <a:pt x="23897" y="63468"/>
                    <a:pt x="21881" y="62854"/>
                    <a:pt x="19906" y="62036"/>
                  </a:cubicBezTo>
                  <a:lnTo>
                    <a:pt x="19827" y="62003"/>
                  </a:lnTo>
                  <a:cubicBezTo>
                    <a:pt x="15909" y="60368"/>
                    <a:pt x="12448" y="58050"/>
                    <a:pt x="9445" y="55047"/>
                  </a:cubicBezTo>
                  <a:lnTo>
                    <a:pt x="9384" y="54986"/>
                  </a:lnTo>
                  <a:cubicBezTo>
                    <a:pt x="6396" y="51984"/>
                    <a:pt x="4085" y="48518"/>
                    <a:pt x="2454" y="44585"/>
                  </a:cubicBezTo>
                  <a:lnTo>
                    <a:pt x="2422" y="44506"/>
                  </a:lnTo>
                  <a:cubicBezTo>
                    <a:pt x="807" y="40580"/>
                    <a:pt x="0" y="36493"/>
                    <a:pt x="0" y="32160"/>
                  </a:cubicBezTo>
                  <a:lnTo>
                    <a:pt x="409" y="25912"/>
                  </a:lnTo>
                  <a:cubicBezTo>
                    <a:pt x="1023" y="23896"/>
                    <a:pt x="1636" y="21880"/>
                    <a:pt x="2454" y="19905"/>
                  </a:cubicBezTo>
                  <a:lnTo>
                    <a:pt x="2487" y="19826"/>
                  </a:lnTo>
                  <a:cubicBezTo>
                    <a:pt x="4122" y="15908"/>
                    <a:pt x="6441" y="12447"/>
                    <a:pt x="9445" y="9444"/>
                  </a:cubicBezTo>
                  <a:lnTo>
                    <a:pt x="9505" y="9384"/>
                  </a:lnTo>
                  <a:cubicBezTo>
                    <a:pt x="12515" y="6389"/>
                    <a:pt x="15982" y="4079"/>
                    <a:pt x="19906" y="2455"/>
                  </a:cubicBezTo>
                  <a:lnTo>
                    <a:pt x="19985" y="2422"/>
                  </a:lnTo>
                  <a:cubicBezTo>
                    <a:pt x="23911" y="807"/>
                    <a:pt x="27998" y="0"/>
                    <a:pt x="3233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65" name="VectorPath 265"/>
            <p:cNvSpPr/>
            <p:nvPr/>
          </p:nvSpPr>
          <p:spPr>
            <a:xfrm>
              <a:off x="802764" y="7873171"/>
              <a:ext cx="64491" cy="64491"/>
            </a:xfrm>
            <a:custGeom>
              <a:rect l="l" t="t" r="r" b="b"/>
              <a:pathLst>
                <a:path w="64491" h="64491">
                  <a:moveTo>
                    <a:pt x="38578" y="409"/>
                  </a:moveTo>
                  <a:cubicBezTo>
                    <a:pt x="40596" y="1024"/>
                    <a:pt x="42611" y="1637"/>
                    <a:pt x="44665" y="2487"/>
                  </a:cubicBezTo>
                  <a:lnTo>
                    <a:pt x="50279" y="5255"/>
                  </a:lnTo>
                  <a:cubicBezTo>
                    <a:pt x="51907" y="6594"/>
                    <a:pt x="53535" y="7932"/>
                    <a:pt x="55047" y="9445"/>
                  </a:cubicBezTo>
                  <a:lnTo>
                    <a:pt x="55107" y="9505"/>
                  </a:lnTo>
                  <a:cubicBezTo>
                    <a:pt x="58101" y="12514"/>
                    <a:pt x="60411" y="15981"/>
                    <a:pt x="62037" y="19905"/>
                  </a:cubicBezTo>
                  <a:lnTo>
                    <a:pt x="62069" y="19984"/>
                  </a:lnTo>
                  <a:cubicBezTo>
                    <a:pt x="63673" y="23883"/>
                    <a:pt x="64480" y="27942"/>
                    <a:pt x="64491" y="32160"/>
                  </a:cubicBezTo>
                  <a:lnTo>
                    <a:pt x="64491" y="32331"/>
                  </a:lnTo>
                  <a:lnTo>
                    <a:pt x="64082" y="38577"/>
                  </a:lnTo>
                  <a:cubicBezTo>
                    <a:pt x="63470" y="40587"/>
                    <a:pt x="62858" y="42601"/>
                    <a:pt x="62037" y="44584"/>
                  </a:cubicBezTo>
                  <a:lnTo>
                    <a:pt x="62004" y="44664"/>
                  </a:lnTo>
                  <a:cubicBezTo>
                    <a:pt x="60369" y="48582"/>
                    <a:pt x="58050" y="52043"/>
                    <a:pt x="55047" y="55046"/>
                  </a:cubicBezTo>
                  <a:lnTo>
                    <a:pt x="54986" y="55107"/>
                  </a:lnTo>
                  <a:cubicBezTo>
                    <a:pt x="51976" y="58100"/>
                    <a:pt x="48510" y="60411"/>
                    <a:pt x="44585" y="62037"/>
                  </a:cubicBezTo>
                  <a:lnTo>
                    <a:pt x="44506" y="62069"/>
                  </a:lnTo>
                  <a:cubicBezTo>
                    <a:pt x="40580" y="63683"/>
                    <a:pt x="36493" y="64491"/>
                    <a:pt x="32160" y="64491"/>
                  </a:cubicBezTo>
                  <a:lnTo>
                    <a:pt x="25913" y="64082"/>
                  </a:lnTo>
                  <a:cubicBezTo>
                    <a:pt x="23897" y="63468"/>
                    <a:pt x="21881" y="62855"/>
                    <a:pt x="19906" y="62037"/>
                  </a:cubicBezTo>
                  <a:lnTo>
                    <a:pt x="19827" y="62004"/>
                  </a:lnTo>
                  <a:cubicBezTo>
                    <a:pt x="15909" y="60368"/>
                    <a:pt x="12448" y="58049"/>
                    <a:pt x="9445" y="55046"/>
                  </a:cubicBezTo>
                  <a:lnTo>
                    <a:pt x="9384" y="54986"/>
                  </a:lnTo>
                  <a:cubicBezTo>
                    <a:pt x="6390" y="51975"/>
                    <a:pt x="4080" y="48509"/>
                    <a:pt x="2454" y="44584"/>
                  </a:cubicBezTo>
                  <a:lnTo>
                    <a:pt x="2422" y="44506"/>
                  </a:lnTo>
                  <a:cubicBezTo>
                    <a:pt x="809" y="40586"/>
                    <a:pt x="0" y="36496"/>
                    <a:pt x="0" y="32160"/>
                  </a:cubicBezTo>
                  <a:lnTo>
                    <a:pt x="409" y="25913"/>
                  </a:lnTo>
                  <a:cubicBezTo>
                    <a:pt x="1023" y="23897"/>
                    <a:pt x="1636" y="21881"/>
                    <a:pt x="2454" y="19905"/>
                  </a:cubicBezTo>
                  <a:lnTo>
                    <a:pt x="2487" y="19826"/>
                  </a:lnTo>
                  <a:cubicBezTo>
                    <a:pt x="4122" y="15908"/>
                    <a:pt x="6441" y="12448"/>
                    <a:pt x="9445" y="9445"/>
                  </a:cubicBezTo>
                  <a:lnTo>
                    <a:pt x="9505" y="9384"/>
                  </a:lnTo>
                  <a:cubicBezTo>
                    <a:pt x="12515" y="6389"/>
                    <a:pt x="15982" y="4079"/>
                    <a:pt x="19906" y="2455"/>
                  </a:cubicBezTo>
                  <a:lnTo>
                    <a:pt x="19985" y="2422"/>
                  </a:lnTo>
                  <a:cubicBezTo>
                    <a:pt x="23904" y="808"/>
                    <a:pt x="27994" y="0"/>
                    <a:pt x="3233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66" name="VectorPath 266"/>
            <p:cNvSpPr/>
            <p:nvPr/>
          </p:nvSpPr>
          <p:spPr>
            <a:xfrm>
              <a:off x="802764" y="8905032"/>
              <a:ext cx="64491" cy="64491"/>
            </a:xfrm>
            <a:custGeom>
              <a:rect l="l" t="t" r="r" b="b"/>
              <a:pathLst>
                <a:path w="64491" h="64491">
                  <a:moveTo>
                    <a:pt x="38578" y="409"/>
                  </a:moveTo>
                  <a:cubicBezTo>
                    <a:pt x="40594" y="1022"/>
                    <a:pt x="42610" y="1636"/>
                    <a:pt x="44665" y="2487"/>
                  </a:cubicBezTo>
                  <a:lnTo>
                    <a:pt x="50279" y="5255"/>
                  </a:lnTo>
                  <a:cubicBezTo>
                    <a:pt x="51907" y="6593"/>
                    <a:pt x="53535" y="7932"/>
                    <a:pt x="55047" y="9444"/>
                  </a:cubicBezTo>
                  <a:lnTo>
                    <a:pt x="55107" y="9505"/>
                  </a:lnTo>
                  <a:cubicBezTo>
                    <a:pt x="58101" y="12515"/>
                    <a:pt x="60411" y="15981"/>
                    <a:pt x="62037" y="19903"/>
                  </a:cubicBezTo>
                  <a:lnTo>
                    <a:pt x="62069" y="19983"/>
                  </a:lnTo>
                  <a:cubicBezTo>
                    <a:pt x="63673" y="23883"/>
                    <a:pt x="64480" y="27943"/>
                    <a:pt x="64491" y="32159"/>
                  </a:cubicBezTo>
                  <a:lnTo>
                    <a:pt x="64491" y="32331"/>
                  </a:lnTo>
                  <a:lnTo>
                    <a:pt x="64082" y="38577"/>
                  </a:lnTo>
                  <a:cubicBezTo>
                    <a:pt x="63469" y="40594"/>
                    <a:pt x="62855" y="42610"/>
                    <a:pt x="62037" y="44585"/>
                  </a:cubicBezTo>
                  <a:lnTo>
                    <a:pt x="62004" y="44663"/>
                  </a:lnTo>
                  <a:cubicBezTo>
                    <a:pt x="60369" y="48582"/>
                    <a:pt x="58050" y="52043"/>
                    <a:pt x="55047" y="55046"/>
                  </a:cubicBezTo>
                  <a:lnTo>
                    <a:pt x="54986" y="55107"/>
                  </a:lnTo>
                  <a:cubicBezTo>
                    <a:pt x="51976" y="58102"/>
                    <a:pt x="48510" y="60410"/>
                    <a:pt x="44506" y="62068"/>
                  </a:cubicBezTo>
                  <a:lnTo>
                    <a:pt x="38578" y="64081"/>
                  </a:lnTo>
                  <a:cubicBezTo>
                    <a:pt x="36478" y="64286"/>
                    <a:pt x="34382" y="64491"/>
                    <a:pt x="32160" y="64491"/>
                  </a:cubicBezTo>
                  <a:lnTo>
                    <a:pt x="25913" y="64081"/>
                  </a:lnTo>
                  <a:cubicBezTo>
                    <a:pt x="23904" y="63470"/>
                    <a:pt x="21891" y="62857"/>
                    <a:pt x="19906" y="62035"/>
                  </a:cubicBezTo>
                  <a:lnTo>
                    <a:pt x="19827" y="62002"/>
                  </a:lnTo>
                  <a:cubicBezTo>
                    <a:pt x="15909" y="60369"/>
                    <a:pt x="12448" y="58050"/>
                    <a:pt x="9445" y="55046"/>
                  </a:cubicBezTo>
                  <a:lnTo>
                    <a:pt x="9384" y="54986"/>
                  </a:lnTo>
                  <a:cubicBezTo>
                    <a:pt x="6390" y="51977"/>
                    <a:pt x="4080" y="48509"/>
                    <a:pt x="2454" y="44585"/>
                  </a:cubicBezTo>
                  <a:lnTo>
                    <a:pt x="2422" y="44506"/>
                  </a:lnTo>
                  <a:cubicBezTo>
                    <a:pt x="807" y="40578"/>
                    <a:pt x="0" y="36492"/>
                    <a:pt x="0" y="32159"/>
                  </a:cubicBezTo>
                  <a:lnTo>
                    <a:pt x="409" y="25912"/>
                  </a:lnTo>
                  <a:cubicBezTo>
                    <a:pt x="1023" y="23896"/>
                    <a:pt x="1636" y="21879"/>
                    <a:pt x="2454" y="19903"/>
                  </a:cubicBezTo>
                  <a:lnTo>
                    <a:pt x="2487" y="19825"/>
                  </a:lnTo>
                  <a:cubicBezTo>
                    <a:pt x="4122" y="15908"/>
                    <a:pt x="6441" y="12448"/>
                    <a:pt x="9445" y="9444"/>
                  </a:cubicBezTo>
                  <a:lnTo>
                    <a:pt x="9505" y="9384"/>
                  </a:lnTo>
                  <a:cubicBezTo>
                    <a:pt x="12515" y="6389"/>
                    <a:pt x="15982" y="4080"/>
                    <a:pt x="19906" y="2453"/>
                  </a:cubicBezTo>
                  <a:lnTo>
                    <a:pt x="19985" y="2421"/>
                  </a:lnTo>
                  <a:cubicBezTo>
                    <a:pt x="23904" y="808"/>
                    <a:pt x="27994" y="0"/>
                    <a:pt x="32331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sp>
        <p:nvSpPr>
          <p:cNvPr id="267" name="VectorPath 267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pic>
        <p:nvPicPr>
          <p:cNvPr id="268" name="264B5283-4118-4433-81EF-AF7D18BB23EC"/>
          <p:cNvPicPr>
            <a:picLocks noChangeAspect="1"/>
          </p:cNvPicPr>
          <p:nvPr/>
        </p:nvPicPr>
        <p:blipFill>
          <a:blip r:embed="rId3" cstate="print">
            <a:extLst>
              <a:ext uri="{0A542954-5752-493E-0FC5-F328CFBE2611}"/>
            </a:extLst>
          </a:blip>
          <a:srcRect/>
          <a:stretch>
            <a:fillRect/>
          </a:stretch>
        </p:blipFill>
        <p:spPr>
          <a:xfrm>
            <a:off x="4637321" y="2822105"/>
            <a:ext cx="276225" cy="361950"/>
          </a:xfrm>
          <a:prstGeom prst="rect">
            <a:avLst/>
          </a:prstGeom>
        </p:spPr>
      </p:pic>
      <p:sp>
        <p:nvSpPr>
          <p:cNvPr id="269" name="TextBox269"/>
          <p:cNvSpPr txBox="1"/>
          <p:nvPr/>
        </p:nvSpPr>
        <p:spPr>
          <a:xfrm>
            <a:off x="727995" y="2593415"/>
            <a:ext cx="6289807" cy="274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  <a:tabLst>
                <a:tab pos="6289807" algn="r"/>
              </a:tabLst>
            </a:pP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engineering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has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uncovered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ritical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insights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into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70" name="TextBox270"/>
          <p:cNvSpPr txBox="1"/>
          <p:nvPr/>
        </p:nvSpPr>
        <p:spPr>
          <a:xfrm>
            <a:off x="903734" y="2851379"/>
            <a:ext cx="5938151" cy="2741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100000"/>
              </a:lnSpc>
              <a:tabLst>
                <a:tab pos="5938151" algn="r"/>
              </a:tabLst>
            </a:pP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ehaviors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patterns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drive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</a:t>
            </a:r>
            <a:r>
              <a:rPr baseline="0" lang="en-US" altLang="zh-CN" sz="1800" kern="0" spc="1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s.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Eac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stage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</a:t>
            </a:r>
            <a:r>
              <a:rPr sz="100" kern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271" name="TextBox271"/>
          <p:cNvSpPr txBox="1"/>
          <p:nvPr/>
        </p:nvSpPr>
        <p:spPr>
          <a:xfrm>
            <a:off x="623346" y="1178855"/>
            <a:ext cx="6442244" cy="89117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99396"/>
              </a:lnSpc>
              <a:spcAft>
                <a:spcPts val="1868"/>
              </a:spcAft>
            </a:pP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NC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</a:p>
          <a:p>
            <a:pPr marL="104649" marR="47789" indent="198109" eaLnBrk="0">
              <a:lnSpc>
                <a:spcPct val="115728"/>
              </a:lnSpc>
            </a:pP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ance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journey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spanning</a:t>
            </a:r>
            <a:r>
              <a:rPr baseline="0" lang="en-US" altLang="zh-CN" sz="180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cleaning,</a:t>
            </a:r>
            <a:r>
              <a:rPr baseline="0" lang="en-US" altLang="zh-CN" sz="180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exploratory</a:t>
            </a:r>
            <a:r>
              <a:rPr baseline="0" lang="en-US" altLang="zh-CN" sz="180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80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analysis</a:t>
            </a:r>
            <a:r>
              <a:rPr baseline="0" lang="en-US" altLang="zh-CN" sz="180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(EDA),</a:t>
            </a:r>
            <a:r>
              <a:rPr baseline="0" lang="en-US" altLang="zh-CN" sz="180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10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49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0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050" kern="0" spc="43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process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ad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layers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understanding,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ultimately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revealing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ell-rounded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view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various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factors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impact</a:t>
            </a:r>
            <a:r>
              <a:rPr baseline="0" lang="en-US" altLang="zh-CN" sz="1800" kern="0" spc="7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00" kern="0" spc="2014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utcomes.</a:t>
            </a:r>
          </a:p>
          <a:p>
            <a:pPr marL="0" marR="0" indent="0" eaLnBrk="0">
              <a:lnSpc>
                <a:spcPct val="8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857180" marR="0" indent="-257744" eaLnBrk="0" lvl="0">
              <a:lnSpc>
                <a:spcPct val="95601"/>
              </a:lnSpc>
              <a:buAutoNum type="arabicPeriod"/>
            </a:pP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ean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Preparat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ion</a:t>
            </a:r>
          </a:p>
          <a:p>
            <a:pPr marL="59505" marR="2773" indent="127572" eaLnBrk="0">
              <a:lnSpc>
                <a:spcPct val="93981"/>
              </a:lnSpc>
              <a:spcBef>
                <a:spcPts val="72"/>
              </a:spcBef>
              <a:spcAft>
                <a:spcPts val="23"/>
              </a:spcAft>
            </a:pP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began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by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meti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culously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cleaning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data,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handling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missing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values,</a:t>
            </a:r>
            <a:r>
              <a:rPr baseline="0" lang="en-US" altLang="zh-CN" sz="18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correcting</a:t>
            </a:r>
            <a:r>
              <a:rPr baseline="0" lang="en-US" altLang="zh-CN" sz="18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outliers,</a:t>
            </a:r>
            <a:r>
              <a:rPr baseline="0" lang="en-US" altLang="zh-CN" sz="18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standardizing</a:t>
            </a:r>
            <a:r>
              <a:rPr baseline="0" lang="en-US" altLang="zh-CN" sz="18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formats.</a:t>
            </a:r>
            <a:r>
              <a:rPr baseline="0" lang="en-US" altLang="zh-CN" sz="1800" kern="0" spc="-1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foundational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step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ensured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reliability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accuracy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0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our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subsequent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analyses,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reinforcing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importance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clean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00" kern="0" spc="1519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any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data-driven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project.</a:t>
            </a:r>
          </a:p>
          <a:p>
            <a:pPr marL="0" marR="0" indent="0" eaLnBrk="0">
              <a:lnSpc>
                <a:spcPct val="15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791277" marR="0" indent="-257744" eaLnBrk="0" lvl="0">
              <a:lnSpc>
                <a:spcPct val="95601"/>
              </a:lnSpc>
              <a:buAutoNum type="arabicPeriod" startAt="2"/>
            </a:pP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Da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Ana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ys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(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EDA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)</a:t>
            </a:r>
          </a:p>
          <a:p>
            <a:pPr marL="86309" marR="29332" indent="0" eaLnBrk="0">
              <a:lnSpc>
                <a:spcPct val="94058"/>
              </a:lnSpc>
            </a:pP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EDA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provided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clear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picture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how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individual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variables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such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hours,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sment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scores,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0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interact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00" kern="0" spc="1114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overall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performance:</a:t>
            </a:r>
          </a:p>
          <a:p>
            <a:pPr marL="483736" marR="33627" indent="12898" eaLnBrk="0">
              <a:lnSpc>
                <a:spcPct val="94058"/>
              </a:lnSpc>
            </a:pP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ent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ponents: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dter</a:t>
            </a:r>
            <a:r>
              <a:rPr lang="en-US" altLang="zh-CN" sz="180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showed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strongest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scores,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highlighting</a:t>
            </a:r>
            <a:r>
              <a:rPr baseline="0" lang="en-US" altLang="zh-CN" sz="1800" kern="0" spc="-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their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00" kern="0" spc="51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significant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weight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determining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grades.</a:t>
            </a:r>
          </a:p>
          <a:p>
            <a:pPr marL="491395" marR="41190" indent="138858" eaLnBrk="0">
              <a:lnSpc>
                <a:spcPct val="94039"/>
              </a:lnSpc>
            </a:pP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Habits: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studying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hours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</a:t>
            </a:r>
            <a:r>
              <a:rPr baseline="0" lang="en-US" altLang="zh-CN" sz="1800" kern="0" spc="-1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week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consistently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r,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those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exceeding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range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experi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enced</a:t>
            </a:r>
            <a:r>
              <a:rPr baseline="0" lang="en-US" altLang="zh-CN" sz="18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diminishing</a:t>
            </a:r>
            <a:r>
              <a:rPr baseline="0" lang="en-US" altLang="zh-CN" sz="18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returns,</a:t>
            </a:r>
            <a:r>
              <a:rPr baseline="0" lang="en-US" altLang="zh-CN" sz="18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suggesting</a:t>
            </a:r>
            <a:r>
              <a:rPr baseline="0" lang="en-US" altLang="zh-CN" sz="18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quality</a:t>
            </a:r>
            <a:r>
              <a:rPr baseline="0" lang="en-US" altLang="zh-CN" sz="1800" kern="0" spc="3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00" kern="0" spc="125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quantity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80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routines.</a:t>
            </a:r>
          </a:p>
          <a:p>
            <a:pPr marL="450080" marR="0" indent="38493" eaLnBrk="0">
              <a:lnSpc>
                <a:spcPct val="93981"/>
              </a:lnSpc>
              <a:spcBef>
                <a:spcPts val="72"/>
              </a:spcBef>
              <a:spcAft>
                <a:spcPts val="23"/>
              </a:spcAft>
            </a:pP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Sleep: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Although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levels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varied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widely,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there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was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strong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correlation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between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stress-to-sleep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ratios</a:t>
            </a:r>
            <a:r>
              <a:rPr baseline="0" lang="en-US" altLang="zh-CN" sz="180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demic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performance,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indicating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stress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alone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does</a:t>
            </a:r>
            <a:r>
              <a:rPr baseline="0" lang="en-US" altLang="zh-CN" sz="180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dictate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coping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mechanisms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likely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play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800" kern="0" spc="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crucial</a:t>
            </a:r>
            <a:r>
              <a:rPr baseline="0" lang="en-US" altLang="zh-CN" sz="180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0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00" kern="0" spc="2126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8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ole.</a:t>
            </a:r>
          </a:p>
        </p:txBody>
      </p:sp>
    </p:spTree>
    <p:extLst>
      <p:ext uri="{278FE30D-F90C-47FF-C5E2-839E155F02F5}"/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3B88A88B-1E35-4EFA-1293-C7ED7CEDE6D9"/>
          <p:cNvPicPr>
            <a:picLocks noChangeAspect="1"/>
          </p:cNvPicPr>
          <p:nvPr/>
        </p:nvPicPr>
        <p:blipFill>
          <a:blip r:embed="rId2" cstate="print">
            <a:extLst>
              <a:ext uri="{E726CD6A-986D-49D8-0265-4685C0753AEA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grpSp>
        <p:nvGrpSpPr>
          <p:cNvPr id="273" name="Combination 273"/>
          <p:cNvGrpSpPr/>
          <p:nvPr/>
        </p:nvGrpSpPr>
        <p:grpSpPr>
          <a:xfrm>
            <a:off x="822190" y="3563114"/>
            <a:ext cx="66675" cy="4410075"/>
            <a:chOff x="822190" y="3563114"/>
            <a:chExt cx="66675" cy="4410075"/>
          </a:xfrm>
        </p:grpSpPr>
        <p:sp>
          <p:nvSpPr>
            <p:cNvPr id="274" name="VectorPath 274"/>
            <p:cNvSpPr/>
            <p:nvPr/>
          </p:nvSpPr>
          <p:spPr>
            <a:xfrm>
              <a:off x="822190" y="3563114"/>
              <a:ext cx="66675" cy="66675"/>
            </a:xfrm>
            <a:custGeom>
              <a:rect l="l" t="t" r="r" b="b"/>
              <a:pathLst>
                <a:path w="66675" h="66675">
                  <a:moveTo>
                    <a:pt x="39885" y="423"/>
                  </a:moveTo>
                  <a:cubicBezTo>
                    <a:pt x="41967" y="1057"/>
                    <a:pt x="44048" y="1690"/>
                    <a:pt x="46095" y="2538"/>
                  </a:cubicBezTo>
                  <a:lnTo>
                    <a:pt x="46177" y="2571"/>
                  </a:lnTo>
                  <a:cubicBezTo>
                    <a:pt x="50228" y="4262"/>
                    <a:pt x="53806" y="6659"/>
                    <a:pt x="56911" y="9765"/>
                  </a:cubicBezTo>
                  <a:lnTo>
                    <a:pt x="56973" y="9827"/>
                  </a:lnTo>
                  <a:cubicBezTo>
                    <a:pt x="60069" y="12939"/>
                    <a:pt x="62457" y="16522"/>
                    <a:pt x="64137" y="20580"/>
                  </a:cubicBezTo>
                  <a:lnTo>
                    <a:pt x="64171" y="20662"/>
                  </a:lnTo>
                  <a:cubicBezTo>
                    <a:pt x="65829" y="24694"/>
                    <a:pt x="66664" y="28889"/>
                    <a:pt x="66675" y="33249"/>
                  </a:cubicBezTo>
                  <a:lnTo>
                    <a:pt x="66675" y="33426"/>
                  </a:lnTo>
                  <a:lnTo>
                    <a:pt x="66252" y="39884"/>
                  </a:lnTo>
                  <a:cubicBezTo>
                    <a:pt x="65618" y="41969"/>
                    <a:pt x="64983" y="44053"/>
                    <a:pt x="64137" y="46095"/>
                  </a:cubicBezTo>
                  <a:lnTo>
                    <a:pt x="64104" y="46177"/>
                  </a:lnTo>
                  <a:cubicBezTo>
                    <a:pt x="62413" y="50227"/>
                    <a:pt x="60016" y="53805"/>
                    <a:pt x="56911" y="56910"/>
                  </a:cubicBezTo>
                  <a:lnTo>
                    <a:pt x="56848" y="56973"/>
                  </a:lnTo>
                  <a:cubicBezTo>
                    <a:pt x="53737" y="60068"/>
                    <a:pt x="50152" y="62457"/>
                    <a:pt x="46095" y="64137"/>
                  </a:cubicBezTo>
                  <a:lnTo>
                    <a:pt x="46014" y="64171"/>
                  </a:lnTo>
                  <a:cubicBezTo>
                    <a:pt x="41954" y="65840"/>
                    <a:pt x="37729" y="66675"/>
                    <a:pt x="33249" y="66675"/>
                  </a:cubicBezTo>
                  <a:lnTo>
                    <a:pt x="26790" y="66252"/>
                  </a:lnTo>
                  <a:cubicBezTo>
                    <a:pt x="24706" y="65617"/>
                    <a:pt x="22622" y="64983"/>
                    <a:pt x="20580" y="64137"/>
                  </a:cubicBezTo>
                  <a:lnTo>
                    <a:pt x="20498" y="64103"/>
                  </a:lnTo>
                  <a:cubicBezTo>
                    <a:pt x="16447" y="62413"/>
                    <a:pt x="12869" y="60016"/>
                    <a:pt x="9702" y="56848"/>
                  </a:cubicBezTo>
                  <a:lnTo>
                    <a:pt x="5434" y="51982"/>
                  </a:lnTo>
                  <a:cubicBezTo>
                    <a:pt x="4409" y="50060"/>
                    <a:pt x="3384" y="48137"/>
                    <a:pt x="2538" y="46095"/>
                  </a:cubicBezTo>
                  <a:lnTo>
                    <a:pt x="2504" y="46013"/>
                  </a:lnTo>
                  <a:cubicBezTo>
                    <a:pt x="835" y="41954"/>
                    <a:pt x="0" y="37729"/>
                    <a:pt x="0" y="33249"/>
                  </a:cubicBezTo>
                  <a:lnTo>
                    <a:pt x="423" y="26790"/>
                  </a:lnTo>
                  <a:cubicBezTo>
                    <a:pt x="1057" y="24709"/>
                    <a:pt x="1690" y="22627"/>
                    <a:pt x="2538" y="20579"/>
                  </a:cubicBezTo>
                  <a:lnTo>
                    <a:pt x="2572" y="20498"/>
                  </a:lnTo>
                  <a:cubicBezTo>
                    <a:pt x="4262" y="16448"/>
                    <a:pt x="6659" y="12870"/>
                    <a:pt x="9827" y="9702"/>
                  </a:cubicBezTo>
                  <a:lnTo>
                    <a:pt x="14693" y="5434"/>
                  </a:lnTo>
                  <a:cubicBezTo>
                    <a:pt x="16613" y="4411"/>
                    <a:pt x="18533" y="3386"/>
                    <a:pt x="20580" y="2537"/>
                  </a:cubicBezTo>
                  <a:lnTo>
                    <a:pt x="20661" y="2504"/>
                  </a:lnTo>
                  <a:cubicBezTo>
                    <a:pt x="24721" y="835"/>
                    <a:pt x="28946" y="0"/>
                    <a:pt x="3342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75" name="VectorPath 275"/>
            <p:cNvSpPr/>
            <p:nvPr/>
          </p:nvSpPr>
          <p:spPr>
            <a:xfrm>
              <a:off x="822190" y="5010914"/>
              <a:ext cx="66675" cy="66675"/>
            </a:xfrm>
            <a:custGeom>
              <a:rect l="l" t="t" r="r" b="b"/>
              <a:pathLst>
                <a:path w="66675" h="66675">
                  <a:moveTo>
                    <a:pt x="39885" y="422"/>
                  </a:moveTo>
                  <a:cubicBezTo>
                    <a:pt x="41969" y="1057"/>
                    <a:pt x="44053" y="1692"/>
                    <a:pt x="46095" y="2538"/>
                  </a:cubicBezTo>
                  <a:lnTo>
                    <a:pt x="46177" y="2572"/>
                  </a:lnTo>
                  <a:cubicBezTo>
                    <a:pt x="50228" y="4261"/>
                    <a:pt x="53806" y="6659"/>
                    <a:pt x="56911" y="9764"/>
                  </a:cubicBezTo>
                  <a:lnTo>
                    <a:pt x="56973" y="9827"/>
                  </a:lnTo>
                  <a:cubicBezTo>
                    <a:pt x="60069" y="12938"/>
                    <a:pt x="62457" y="16523"/>
                    <a:pt x="64171" y="20661"/>
                  </a:cubicBezTo>
                  <a:lnTo>
                    <a:pt x="66252" y="26790"/>
                  </a:lnTo>
                  <a:cubicBezTo>
                    <a:pt x="66457" y="28928"/>
                    <a:pt x="66669" y="31064"/>
                    <a:pt x="66675" y="33249"/>
                  </a:cubicBezTo>
                  <a:lnTo>
                    <a:pt x="66675" y="33426"/>
                  </a:lnTo>
                  <a:lnTo>
                    <a:pt x="66252" y="39884"/>
                  </a:lnTo>
                  <a:cubicBezTo>
                    <a:pt x="65618" y="41968"/>
                    <a:pt x="64983" y="44053"/>
                    <a:pt x="64137" y="46095"/>
                  </a:cubicBezTo>
                  <a:lnTo>
                    <a:pt x="64104" y="46177"/>
                  </a:lnTo>
                  <a:cubicBezTo>
                    <a:pt x="62413" y="50228"/>
                    <a:pt x="60016" y="53806"/>
                    <a:pt x="56911" y="56910"/>
                  </a:cubicBezTo>
                  <a:lnTo>
                    <a:pt x="56848" y="56973"/>
                  </a:lnTo>
                  <a:cubicBezTo>
                    <a:pt x="53737" y="60068"/>
                    <a:pt x="50152" y="62456"/>
                    <a:pt x="46095" y="64137"/>
                  </a:cubicBezTo>
                  <a:lnTo>
                    <a:pt x="46014" y="64171"/>
                  </a:lnTo>
                  <a:cubicBezTo>
                    <a:pt x="41954" y="65840"/>
                    <a:pt x="37729" y="66674"/>
                    <a:pt x="33249" y="66675"/>
                  </a:cubicBezTo>
                  <a:lnTo>
                    <a:pt x="26790" y="66252"/>
                  </a:lnTo>
                  <a:cubicBezTo>
                    <a:pt x="24706" y="65618"/>
                    <a:pt x="22622" y="64983"/>
                    <a:pt x="20580" y="64137"/>
                  </a:cubicBezTo>
                  <a:lnTo>
                    <a:pt x="20498" y="64103"/>
                  </a:lnTo>
                  <a:cubicBezTo>
                    <a:pt x="16452" y="62416"/>
                    <a:pt x="12872" y="60018"/>
                    <a:pt x="9702" y="56848"/>
                  </a:cubicBezTo>
                  <a:lnTo>
                    <a:pt x="5434" y="51982"/>
                  </a:lnTo>
                  <a:cubicBezTo>
                    <a:pt x="4409" y="50060"/>
                    <a:pt x="3384" y="48137"/>
                    <a:pt x="2538" y="46095"/>
                  </a:cubicBezTo>
                  <a:lnTo>
                    <a:pt x="2504" y="46013"/>
                  </a:lnTo>
                  <a:cubicBezTo>
                    <a:pt x="835" y="41954"/>
                    <a:pt x="0" y="37729"/>
                    <a:pt x="0" y="33249"/>
                  </a:cubicBezTo>
                  <a:lnTo>
                    <a:pt x="423" y="26790"/>
                  </a:lnTo>
                  <a:cubicBezTo>
                    <a:pt x="1057" y="24709"/>
                    <a:pt x="1690" y="22627"/>
                    <a:pt x="2538" y="20579"/>
                  </a:cubicBezTo>
                  <a:lnTo>
                    <a:pt x="2572" y="20498"/>
                  </a:lnTo>
                  <a:cubicBezTo>
                    <a:pt x="4262" y="16447"/>
                    <a:pt x="6659" y="12869"/>
                    <a:pt x="9827" y="9702"/>
                  </a:cubicBezTo>
                  <a:lnTo>
                    <a:pt x="14693" y="5434"/>
                  </a:lnTo>
                  <a:cubicBezTo>
                    <a:pt x="16615" y="4409"/>
                    <a:pt x="18538" y="3384"/>
                    <a:pt x="20580" y="2538"/>
                  </a:cubicBezTo>
                  <a:lnTo>
                    <a:pt x="20661" y="2504"/>
                  </a:lnTo>
                  <a:cubicBezTo>
                    <a:pt x="24721" y="834"/>
                    <a:pt x="28946" y="0"/>
                    <a:pt x="3342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76" name="VectorPath 276"/>
            <p:cNvSpPr/>
            <p:nvPr/>
          </p:nvSpPr>
          <p:spPr>
            <a:xfrm>
              <a:off x="822190" y="6820664"/>
              <a:ext cx="66675" cy="66675"/>
            </a:xfrm>
            <a:custGeom>
              <a:rect l="l" t="t" r="r" b="b"/>
              <a:pathLst>
                <a:path w="66675" h="66675">
                  <a:moveTo>
                    <a:pt x="39885" y="422"/>
                  </a:moveTo>
                  <a:cubicBezTo>
                    <a:pt x="41969" y="1057"/>
                    <a:pt x="44053" y="1692"/>
                    <a:pt x="46095" y="2537"/>
                  </a:cubicBezTo>
                  <a:lnTo>
                    <a:pt x="46177" y="2571"/>
                  </a:lnTo>
                  <a:cubicBezTo>
                    <a:pt x="50228" y="4261"/>
                    <a:pt x="53806" y="6659"/>
                    <a:pt x="56911" y="9764"/>
                  </a:cubicBezTo>
                  <a:lnTo>
                    <a:pt x="56973" y="9827"/>
                  </a:lnTo>
                  <a:cubicBezTo>
                    <a:pt x="60069" y="12938"/>
                    <a:pt x="62457" y="16523"/>
                    <a:pt x="64137" y="20579"/>
                  </a:cubicBezTo>
                  <a:lnTo>
                    <a:pt x="64171" y="20661"/>
                  </a:lnTo>
                  <a:cubicBezTo>
                    <a:pt x="65829" y="24693"/>
                    <a:pt x="66664" y="28889"/>
                    <a:pt x="66675" y="33249"/>
                  </a:cubicBezTo>
                  <a:lnTo>
                    <a:pt x="66675" y="33426"/>
                  </a:lnTo>
                  <a:lnTo>
                    <a:pt x="66252" y="39884"/>
                  </a:lnTo>
                  <a:cubicBezTo>
                    <a:pt x="65619" y="41963"/>
                    <a:pt x="64985" y="44047"/>
                    <a:pt x="64137" y="46094"/>
                  </a:cubicBezTo>
                  <a:lnTo>
                    <a:pt x="64104" y="46177"/>
                  </a:lnTo>
                  <a:cubicBezTo>
                    <a:pt x="62413" y="50227"/>
                    <a:pt x="60016" y="53805"/>
                    <a:pt x="56911" y="56910"/>
                  </a:cubicBezTo>
                  <a:lnTo>
                    <a:pt x="56848" y="56973"/>
                  </a:lnTo>
                  <a:cubicBezTo>
                    <a:pt x="53737" y="60068"/>
                    <a:pt x="50152" y="62456"/>
                    <a:pt x="46095" y="64137"/>
                  </a:cubicBezTo>
                  <a:lnTo>
                    <a:pt x="46014" y="64171"/>
                  </a:lnTo>
                  <a:cubicBezTo>
                    <a:pt x="41954" y="65841"/>
                    <a:pt x="37729" y="66674"/>
                    <a:pt x="33249" y="66675"/>
                  </a:cubicBezTo>
                  <a:lnTo>
                    <a:pt x="26790" y="66252"/>
                  </a:lnTo>
                  <a:cubicBezTo>
                    <a:pt x="24706" y="65618"/>
                    <a:pt x="22622" y="64983"/>
                    <a:pt x="20580" y="64137"/>
                  </a:cubicBezTo>
                  <a:lnTo>
                    <a:pt x="20498" y="64103"/>
                  </a:lnTo>
                  <a:cubicBezTo>
                    <a:pt x="16448" y="62413"/>
                    <a:pt x="12869" y="60015"/>
                    <a:pt x="9702" y="56848"/>
                  </a:cubicBezTo>
                  <a:lnTo>
                    <a:pt x="5434" y="51981"/>
                  </a:lnTo>
                  <a:cubicBezTo>
                    <a:pt x="4409" y="50059"/>
                    <a:pt x="3384" y="48137"/>
                    <a:pt x="2538" y="46094"/>
                  </a:cubicBezTo>
                  <a:lnTo>
                    <a:pt x="2504" y="46013"/>
                  </a:lnTo>
                  <a:cubicBezTo>
                    <a:pt x="836" y="41959"/>
                    <a:pt x="0" y="37731"/>
                    <a:pt x="0" y="33249"/>
                  </a:cubicBezTo>
                  <a:lnTo>
                    <a:pt x="423" y="26791"/>
                  </a:lnTo>
                  <a:cubicBezTo>
                    <a:pt x="1057" y="24706"/>
                    <a:pt x="1692" y="22622"/>
                    <a:pt x="2538" y="20579"/>
                  </a:cubicBezTo>
                  <a:lnTo>
                    <a:pt x="2572" y="20497"/>
                  </a:lnTo>
                  <a:cubicBezTo>
                    <a:pt x="4262" y="16447"/>
                    <a:pt x="6659" y="12869"/>
                    <a:pt x="9827" y="9702"/>
                  </a:cubicBezTo>
                  <a:lnTo>
                    <a:pt x="14693" y="5433"/>
                  </a:lnTo>
                  <a:cubicBezTo>
                    <a:pt x="16612" y="4410"/>
                    <a:pt x="18533" y="3386"/>
                    <a:pt x="20580" y="2537"/>
                  </a:cubicBezTo>
                  <a:lnTo>
                    <a:pt x="20661" y="2504"/>
                  </a:lnTo>
                  <a:cubicBezTo>
                    <a:pt x="24721" y="834"/>
                    <a:pt x="28946" y="0"/>
                    <a:pt x="3342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  <p:sp>
          <p:nvSpPr>
            <p:cNvPr id="277" name="VectorPath 277"/>
            <p:cNvSpPr/>
            <p:nvPr/>
          </p:nvSpPr>
          <p:spPr>
            <a:xfrm>
              <a:off x="822190" y="7906514"/>
              <a:ext cx="66675" cy="66675"/>
            </a:xfrm>
            <a:custGeom>
              <a:rect l="l" t="t" r="r" b="b"/>
              <a:pathLst>
                <a:path w="66675" h="66675">
                  <a:moveTo>
                    <a:pt x="39885" y="423"/>
                  </a:moveTo>
                  <a:cubicBezTo>
                    <a:pt x="41969" y="1058"/>
                    <a:pt x="44053" y="1692"/>
                    <a:pt x="46095" y="2537"/>
                  </a:cubicBezTo>
                  <a:lnTo>
                    <a:pt x="46177" y="2571"/>
                  </a:lnTo>
                  <a:cubicBezTo>
                    <a:pt x="50227" y="4261"/>
                    <a:pt x="53806" y="6659"/>
                    <a:pt x="56911" y="9764"/>
                  </a:cubicBezTo>
                  <a:lnTo>
                    <a:pt x="56973" y="9826"/>
                  </a:lnTo>
                  <a:cubicBezTo>
                    <a:pt x="60069" y="12938"/>
                    <a:pt x="62457" y="16521"/>
                    <a:pt x="64137" y="20579"/>
                  </a:cubicBezTo>
                  <a:lnTo>
                    <a:pt x="64171" y="20660"/>
                  </a:lnTo>
                  <a:cubicBezTo>
                    <a:pt x="65829" y="24692"/>
                    <a:pt x="66664" y="28889"/>
                    <a:pt x="66675" y="33249"/>
                  </a:cubicBezTo>
                  <a:lnTo>
                    <a:pt x="66675" y="33426"/>
                  </a:lnTo>
                  <a:lnTo>
                    <a:pt x="66252" y="39885"/>
                  </a:lnTo>
                  <a:cubicBezTo>
                    <a:pt x="65618" y="41968"/>
                    <a:pt x="64983" y="44052"/>
                    <a:pt x="64137" y="46094"/>
                  </a:cubicBezTo>
                  <a:lnTo>
                    <a:pt x="64104" y="46175"/>
                  </a:lnTo>
                  <a:cubicBezTo>
                    <a:pt x="62413" y="50227"/>
                    <a:pt x="60016" y="53805"/>
                    <a:pt x="56911" y="56911"/>
                  </a:cubicBezTo>
                  <a:lnTo>
                    <a:pt x="56848" y="56973"/>
                  </a:lnTo>
                  <a:cubicBezTo>
                    <a:pt x="53737" y="60068"/>
                    <a:pt x="50152" y="62456"/>
                    <a:pt x="46095" y="64137"/>
                  </a:cubicBezTo>
                  <a:lnTo>
                    <a:pt x="46014" y="64171"/>
                  </a:lnTo>
                  <a:cubicBezTo>
                    <a:pt x="41954" y="65839"/>
                    <a:pt x="37729" y="66676"/>
                    <a:pt x="33249" y="66675"/>
                  </a:cubicBezTo>
                  <a:lnTo>
                    <a:pt x="26790" y="66252"/>
                  </a:lnTo>
                  <a:cubicBezTo>
                    <a:pt x="24707" y="65617"/>
                    <a:pt x="22622" y="64982"/>
                    <a:pt x="20580" y="64137"/>
                  </a:cubicBezTo>
                  <a:lnTo>
                    <a:pt x="20498" y="64103"/>
                  </a:lnTo>
                  <a:cubicBezTo>
                    <a:pt x="16455" y="62416"/>
                    <a:pt x="12876" y="60021"/>
                    <a:pt x="9764" y="56911"/>
                  </a:cubicBezTo>
                  <a:lnTo>
                    <a:pt x="9702" y="56848"/>
                  </a:lnTo>
                  <a:cubicBezTo>
                    <a:pt x="6606" y="53735"/>
                    <a:pt x="4218" y="50152"/>
                    <a:pt x="2538" y="46094"/>
                  </a:cubicBezTo>
                  <a:lnTo>
                    <a:pt x="2504" y="46012"/>
                  </a:lnTo>
                  <a:cubicBezTo>
                    <a:pt x="835" y="41953"/>
                    <a:pt x="0" y="37729"/>
                    <a:pt x="0" y="33249"/>
                  </a:cubicBezTo>
                  <a:lnTo>
                    <a:pt x="423" y="26789"/>
                  </a:lnTo>
                  <a:cubicBezTo>
                    <a:pt x="1057" y="24705"/>
                    <a:pt x="1692" y="22621"/>
                    <a:pt x="2538" y="20579"/>
                  </a:cubicBezTo>
                  <a:lnTo>
                    <a:pt x="2572" y="20496"/>
                  </a:lnTo>
                  <a:cubicBezTo>
                    <a:pt x="4262" y="16447"/>
                    <a:pt x="6659" y="12868"/>
                    <a:pt x="9764" y="9764"/>
                  </a:cubicBezTo>
                  <a:lnTo>
                    <a:pt x="9827" y="9701"/>
                  </a:lnTo>
                  <a:cubicBezTo>
                    <a:pt x="12938" y="6606"/>
                    <a:pt x="16523" y="4218"/>
                    <a:pt x="20580" y="2537"/>
                  </a:cubicBezTo>
                  <a:lnTo>
                    <a:pt x="20661" y="2503"/>
                  </a:lnTo>
                  <a:cubicBezTo>
                    <a:pt x="24721" y="834"/>
                    <a:pt x="28946" y="0"/>
                    <a:pt x="33426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</p:spPr>
        </p:sp>
      </p:grpSp>
      <p:pic>
        <p:nvPicPr>
          <p:cNvPr id="278" name="325D3E53-EF72-4D8F-FB4F-21C383F70B15"/>
          <p:cNvPicPr>
            <a:picLocks noChangeAspect="1"/>
          </p:cNvPicPr>
          <p:nvPr/>
        </p:nvPicPr>
        <p:blipFill>
          <a:blip r:embed="rId3" cstate="print">
            <a:extLst>
              <a:ext uri="{A908A37A-5CBD-4A04-E960-38BE0F0A5CEB}"/>
            </a:extLst>
          </a:blip>
          <a:srcRect/>
          <a:stretch>
            <a:fillRect/>
          </a:stretch>
        </p:blipFill>
        <p:spPr>
          <a:xfrm>
            <a:off x="4995905" y="484159"/>
            <a:ext cx="1485900" cy="1485900"/>
          </a:xfrm>
          <a:prstGeom prst="rect">
            <a:avLst/>
          </a:prstGeom>
        </p:spPr>
      </p:pic>
      <p:sp>
        <p:nvSpPr>
          <p:cNvPr id="279" name="VectorPath 279"/>
          <p:cNvSpPr/>
          <p:nvPr/>
        </p:nvSpPr>
        <p:spPr>
          <a:xfrm>
            <a:off x="746424" y="673887"/>
            <a:ext cx="3592959" cy="28626"/>
          </a:xfrm>
          <a:custGeom>
            <a:rect l="l" t="t" r="r" b="b"/>
            <a:pathLst>
              <a:path w="3592959" h="28626">
                <a:moveTo>
                  <a:pt x="9550" y="9551"/>
                </a:moveTo>
                <a:lnTo>
                  <a:pt x="3583409" y="19076"/>
                </a:lnTo>
              </a:path>
            </a:pathLst>
          </a:custGeom>
          <a:ln w="19050" cap="flat" cmpd="sng">
            <a:solidFill>
              <a:srgbClr val="80B2E8">
                <a:alpha val="100000"/>
              </a:srgbClr>
            </a:solidFill>
            <a:miter lim="400000"/>
          </a:ln>
        </p:spPr>
      </p:sp>
      <p:sp>
        <p:nvSpPr>
          <p:cNvPr id="280" name="TextBox280"/>
          <p:cNvSpPr txBox="1"/>
          <p:nvPr/>
        </p:nvSpPr>
        <p:spPr>
          <a:xfrm>
            <a:off x="623346" y="1178855"/>
            <a:ext cx="6407234" cy="76082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  <a:r>
              <a:rPr lang="en-US" altLang="zh-CN" sz="4150" kern="0" spc="-1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NC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</a:t>
            </a:r>
            <a:r>
              <a:rPr lang="en-US" altLang="zh-CN" sz="4150" kern="0" spc="-17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4150" kern="0" spc="-9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1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1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</a:p>
          <a:p>
            <a:pPr marL="0" marR="0" indent="0" eaLnBrk="0">
              <a:lnSpc>
                <a:spcPct val="35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1640393" marR="0" indent="0" eaLnBrk="0">
              <a:lnSpc>
                <a:spcPct val="101351"/>
              </a:lnSpc>
              <a:spcAft>
                <a:spcPts val="631"/>
              </a:spcAft>
            </a:pP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3.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Eng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neer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Ins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ght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</a:p>
          <a:p>
            <a:pPr marL="178008" marR="0" indent="0" eaLnBrk="0">
              <a:lnSpc>
                <a:spcPct val="86036"/>
              </a:lnSpc>
            </a:pP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rough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feature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engineering,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crafted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meaningful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metrics</a:t>
            </a:r>
          </a:p>
          <a:p>
            <a:pPr marL="4013975" marR="0" indent="0" eaLnBrk="0">
              <a:lnSpc>
                <a:spcPct val="89516"/>
              </a:lnSpc>
            </a:pPr>
            <a:r>
              <a:rPr lang="en-US" altLang="zh-CN" sz="1550" kern="0" spc="-15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1550" kern="0" spc="0" baseline="0" b="1" noProof="0" dirty="0" smtClean="0">
                <a:solidFill>
                  <a:srgbClr val="2A3652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</a:p>
          <a:p>
            <a:pPr marL="0" marR="0" indent="0" eaLnBrk="0">
              <a:lnSpc>
                <a:spcPct val="177083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437415" marR="8068" indent="85279" eaLnBrk="0">
              <a:lnSpc>
                <a:spcPct val="128378"/>
              </a:lnSpc>
              <a:spcAft>
                <a:spcPts val="0"/>
              </a:spcAft>
            </a:pP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stency: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il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cons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stent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generally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achieved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higher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totals,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certain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outliers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defied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this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50" kern="0" spc="511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trend,</a:t>
            </a:r>
            <a:r>
              <a:rPr baseline="0" lang="en-US" altLang="zh-CN" sz="18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prov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ing</a:t>
            </a:r>
            <a:r>
              <a:rPr baseline="0" lang="en-US" altLang="zh-CN" sz="18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flexibility</a:t>
            </a:r>
            <a:r>
              <a:rPr baseline="0" lang="en-US" altLang="zh-CN" sz="18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50" kern="0" spc="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last-minute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50" kern="0" spc="829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improvements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can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still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yield</a:t>
            </a:r>
            <a:r>
              <a:rPr baseline="0" lang="en-US" altLang="zh-CN" sz="1850" kern="0" spc="-1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success.</a:t>
            </a:r>
          </a:p>
          <a:p>
            <a:pPr marL="429378" marR="0" indent="0" eaLnBrk="0">
              <a:lnSpc>
                <a:spcPct val="128378"/>
              </a:lnSpc>
            </a:pP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Participation-Project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Ratio: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High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-achieving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leaned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8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toward</a:t>
            </a:r>
            <a:r>
              <a:rPr baseline="0" lang="en-US" altLang="zh-CN" sz="18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project-based</a:t>
            </a:r>
            <a:r>
              <a:rPr baseline="0" lang="en-US" altLang="zh-CN" sz="18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learning,</a:t>
            </a:r>
            <a:r>
              <a:rPr baseline="0" lang="en-US" altLang="zh-CN" sz="18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while</a:t>
            </a:r>
            <a:r>
              <a:rPr baseline="0" lang="en-US" altLang="zh-CN" sz="1850" kern="0" spc="-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lower-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performing</a:t>
            </a:r>
            <a:r>
              <a:rPr baseline="0" lang="en-US" altLang="zh-CN" sz="18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depended</a:t>
            </a:r>
            <a:r>
              <a:rPr baseline="0" lang="en-US" altLang="zh-CN" sz="18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more</a:t>
            </a:r>
            <a:r>
              <a:rPr baseline="0" lang="en-US" altLang="zh-CN" sz="18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8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participation</a:t>
            </a:r>
            <a:r>
              <a:rPr baseline="0" lang="en-US" altLang="zh-CN" sz="1850" kern="0" spc="-10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sig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naling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value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hands-on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application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</a:t>
            </a:r>
            <a:r>
              <a:rPr baseline="0" lang="en-US" altLang="zh-CN" sz="1850" kern="0" spc="22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solidifying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br>
              <a:rPr lang="en-US" altLang="zh-CN" dirty="0" smtClean="0" sz="1850" kern="0">
                <a:latin typeface="Arial" pitchFamily="34" charset="0"/>
                <a:ea typeface="Arial" pitchFamily="34" charset="0"/>
                <a:cs typeface="Arial" pitchFamily="34" charset="0"/>
              </a:rPr>
            </a:br>
            <a:r>
              <a:rPr baseline="0" lang="en-US" altLang="zh-CN" sz="1850" kern="0" spc="1843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 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k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nowledge.</a:t>
            </a:r>
          </a:p>
          <a:p>
            <a:pPr marL="469413" marR="40217" indent="257621" eaLnBrk="0">
              <a:lnSpc>
                <a:spcPct val="123648"/>
              </a:lnSpc>
              <a:spcAft>
                <a:spcPts val="0"/>
              </a:spcAft>
            </a:pP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Improvement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Score: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Mos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students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showed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steady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or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modest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impr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ovements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from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midterms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finals,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with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sharp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gains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linked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to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focused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study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strategies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project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work.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gh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Sco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: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eg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r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ti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ng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assess</a:t>
            </a:r>
            <a:r>
              <a:rPr lang="en-US" altLang="zh-CN" sz="18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en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co</a:t>
            </a:r>
            <a:r>
              <a:rPr lang="en-US" altLang="zh-CN" sz="1850" kern="0" spc="-4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</a:t>
            </a:r>
            <a:r>
              <a:rPr lang="en-US" altLang="zh-CN" sz="1850" kern="0" spc="-2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onents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emphasized</a:t>
            </a:r>
            <a:r>
              <a:rPr baseline="0" lang="en-US" altLang="zh-CN" sz="18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that</a:t>
            </a:r>
            <a:r>
              <a:rPr baseline="0" lang="en-US" altLang="zh-CN" sz="18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well-rounded</a:t>
            </a:r>
            <a:r>
              <a:rPr baseline="0" lang="en-US" altLang="zh-CN" sz="18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efforts</a:t>
            </a:r>
            <a:r>
              <a:rPr baseline="0" lang="en-US" altLang="zh-CN" sz="18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not</a:t>
            </a:r>
            <a:r>
              <a:rPr baseline="0" lang="en-US" altLang="zh-CN" sz="1850" kern="0" spc="-17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over-reliance</a:t>
            </a:r>
            <a:r>
              <a:rPr baseline="0" lang="en-US" altLang="zh-CN" sz="1850" kern="0" spc="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single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area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—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produce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best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academic</a:t>
            </a:r>
            <a:r>
              <a:rPr baseline="0" lang="en-US" altLang="zh-CN" sz="1850" kern="0" spc="-15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outcomes.</a:t>
            </a:r>
          </a:p>
        </p:txBody>
      </p:sp>
      <p:sp>
        <p:nvSpPr>
          <p:cNvPr id="281" name="TextBox281"/>
          <p:cNvSpPr txBox="1"/>
          <p:nvPr/>
        </p:nvSpPr>
        <p:spPr>
          <a:xfrm>
            <a:off x="2157476" y="3076086"/>
            <a:ext cx="3366662" cy="2817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85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hat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offered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deeper</a:t>
            </a:r>
            <a:r>
              <a:rPr baseline="0" lang="en-US" altLang="zh-CN" sz="1850" kern="0" spc="-165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85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perspectives:</a:t>
            </a:r>
          </a:p>
        </p:txBody>
      </p:sp>
    </p:spTree>
    <p:extLst>
      <p:ext uri="{5D7428E1-799A-48D2-F39D-3B2E1E0BF370}"/>
    </p:extLst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7B2A14EC-DD27-4B84-B3E8-690329A92B8C"/>
          <p:cNvPicPr>
            <a:picLocks noChangeAspect="1"/>
          </p:cNvPicPr>
          <p:nvPr/>
        </p:nvPicPr>
        <p:blipFill>
          <a:blip r:embed="rId2" cstate="print">
            <a:extLst>
              <a:ext uri="{B206FBD3-AD00-4BFF-D536-26D1CEC0F7DD}"/>
            </a:extLst>
          </a:blip>
          <a:srcRect/>
          <a:stretch>
            <a:fillRect/>
          </a:stretch>
        </p:blipFill>
        <p:spPr>
          <a:xfrm>
            <a:off x="0" y="0"/>
            <a:ext cx="7562850" cy="10696576"/>
          </a:xfrm>
          <a:prstGeom prst="rect">
            <a:avLst/>
          </a:prstGeom>
        </p:spPr>
      </p:pic>
      <p:sp>
        <p:nvSpPr>
          <p:cNvPr id="283" name="TextBox283"/>
          <p:cNvSpPr txBox="1"/>
          <p:nvPr/>
        </p:nvSpPr>
        <p:spPr>
          <a:xfrm>
            <a:off x="593672" y="2706264"/>
            <a:ext cx="6597476" cy="53161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4150" kern="0" spc="-28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Q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U</a:t>
            </a:r>
            <a:r>
              <a:rPr lang="en-US" altLang="zh-CN" sz="4150" kern="0" spc="-24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</a:t>
            </a:r>
            <a:r>
              <a:rPr lang="en-US" altLang="zh-CN" sz="4150" kern="0" spc="-1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</a:t>
            </a:r>
            <a:r>
              <a:rPr lang="en-US" altLang="zh-CN" sz="4150" kern="0" spc="-26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</a:t>
            </a:r>
            <a:r>
              <a:rPr lang="en-US" altLang="zh-CN" sz="4150" kern="0" spc="-25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N</a:t>
            </a:r>
            <a:r>
              <a:rPr lang="en-US" altLang="zh-CN" sz="4150" kern="0" spc="-225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</a:t>
            </a:r>
            <a:r>
              <a:rPr lang="en-US" altLang="zh-CN" sz="4150" kern="0" spc="-200" baseline="0" b="1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?</a:t>
            </a: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35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55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2726445" marR="0" indent="0" eaLnBrk="0">
              <a:lnSpc>
                <a:spcPct val="100000"/>
              </a:lnSpc>
              <a:spcAft>
                <a:spcPts val="301"/>
              </a:spcAft>
            </a:pPr>
            <a:r>
              <a:rPr lang="en-US" altLang="zh-CN" sz="2400" kern="0" spc="10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2400" kern="0" spc="9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ona.ahmed1@gmail.c</a:t>
            </a:r>
            <a:r>
              <a:rPr lang="en-US" altLang="zh-CN" sz="2400" kern="0" spc="8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om</a:t>
            </a:r>
          </a:p>
          <a:p>
            <a:pPr marL="2465276" marR="0" indent="0" eaLnBrk="0">
              <a:lnSpc>
                <a:spcPct val="100000"/>
              </a:lnSpc>
              <a:spcAft>
                <a:spcPts val="301"/>
              </a:spcAft>
            </a:pPr>
            <a:r>
              <a:rPr lang="en-US" altLang="zh-CN" sz="2400" kern="0" spc="9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H</a:t>
            </a:r>
            <a:r>
              <a:rPr lang="en-US" altLang="zh-CN" sz="2400" kern="0" spc="9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anna.nabhann@gmail</a:t>
            </a:r>
            <a:r>
              <a:rPr lang="en-US" altLang="zh-CN" sz="2400" kern="0" spc="7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.com</a:t>
            </a:r>
          </a:p>
          <a:p>
            <a:pPr marL="4536428" marR="0" indent="0" eaLnBrk="0">
              <a:lnSpc>
                <a:spcPct val="100000"/>
              </a:lnSpc>
            </a:pPr>
            <a:r>
              <a:rPr lang="en-US" altLang="zh-CN" sz="24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0</a:t>
            </a:r>
            <a:r>
              <a:rPr lang="en-US" altLang="zh-CN" sz="2400" kern="0" spc="0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1014069807</a:t>
            </a:r>
          </a:p>
        </p:txBody>
      </p:sp>
      <p:sp>
        <p:nvSpPr>
          <p:cNvPr id="284" name="TextBox284">
            <a:hlinkClick r:id="rId3"/>
          </p:cNvPr>
          <p:cNvSpPr txBox="1"/>
          <p:nvPr/>
        </p:nvSpPr>
        <p:spPr>
          <a:xfrm>
            <a:off x="3320117" y="6807661"/>
            <a:ext cx="3870949" cy="41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87500"/>
              </a:lnSpc>
              <a:tabLst>
                <a:tab pos="3870949" algn="r"/>
              </a:tabLst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8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sp>
        <p:nvSpPr>
          <p:cNvPr id="285" name="TextBox285">
            <a:hlinkClick r:id="rId4"/>
          </p:cNvPr>
          <p:cNvSpPr txBox="1"/>
          <p:nvPr/>
        </p:nvSpPr>
        <p:spPr>
          <a:xfrm>
            <a:off x="3058948" y="7211551"/>
            <a:ext cx="4132084" cy="41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 algn="just">
              <a:lnSpc>
                <a:spcPct val="87500"/>
              </a:lnSpc>
              <a:tabLst>
                <a:tab pos="4132084" algn="r"/>
              </a:tabLst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875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98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</p:txBody>
      </p:sp>
      <p:pic>
        <p:nvPicPr>
          <p:cNvPr id="286" name="5D33C584-0AA7-4AFD-39BB-6DF509D37F61"/>
          <p:cNvPicPr>
            <a:picLocks noChangeAspect="1"/>
          </p:cNvPicPr>
          <p:nvPr/>
        </p:nvPicPr>
        <p:blipFill>
          <a:blip r:embed="rId5" cstate="print">
            <a:extLst>
              <a:ext uri="{2A88104F-E6DC-4D6A-7AA3-CA20DF5BFD62}"/>
            </a:extLst>
          </a:blip>
          <a:srcRect/>
          <a:stretch>
            <a:fillRect/>
          </a:stretch>
        </p:blipFill>
        <p:spPr>
          <a:xfrm>
            <a:off x="4391590" y="3725377"/>
            <a:ext cx="2105025" cy="1504950"/>
          </a:xfrm>
          <a:prstGeom prst="rect">
            <a:avLst/>
          </a:prstGeom>
        </p:spPr>
      </p:pic>
      <p:pic>
        <p:nvPicPr>
          <p:cNvPr id="287" name="8D950B26-032B-43EF-8D40-0628582D827A"/>
          <p:cNvPicPr>
            <a:picLocks noChangeAspect="1"/>
          </p:cNvPicPr>
          <p:nvPr/>
        </p:nvPicPr>
        <p:blipFill>
          <a:blip r:embed="rId6" cstate="print">
            <a:extLst>
              <a:ext uri="{4A19CE27-4822-4CC2-6892-2F49E53895C0}"/>
            </a:extLst>
          </a:blip>
          <a:srcRect/>
          <a:stretch>
            <a:fillRect/>
          </a:stretch>
        </p:blipFill>
        <p:spPr>
          <a:xfrm>
            <a:off x="0" y="3371088"/>
            <a:ext cx="4448175" cy="3162300"/>
          </a:xfrm>
          <a:prstGeom prst="rect">
            <a:avLst/>
          </a:prstGeom>
        </p:spPr>
      </p:pic>
      <p:pic>
        <p:nvPicPr>
          <p:cNvPr id="288" name="3F297952-AB0F-4D2F-CC6D-2566BB14F137"/>
          <p:cNvPicPr>
            <a:picLocks noChangeAspect="1"/>
          </p:cNvPicPr>
          <p:nvPr/>
        </p:nvPicPr>
        <p:blipFill>
          <a:blip r:embed="rId7" cstate="print">
            <a:extLst>
              <a:ext uri="{A822C936-81F1-4724-5F57-406F9C98573A}"/>
            </a:extLst>
          </a:blip>
          <a:srcRect/>
          <a:stretch>
            <a:fillRect/>
          </a:stretch>
        </p:blipFill>
        <p:spPr>
          <a:xfrm>
            <a:off x="0" y="3731216"/>
            <a:ext cx="7562850" cy="6972300"/>
          </a:xfrm>
          <a:prstGeom prst="rect">
            <a:avLst/>
          </a:prstGeom>
        </p:spPr>
      </p:pic>
    </p:spTree>
    <p:extLst>
      <p:ext uri="{B1E109B1-01E1-43BC-3AFA-5426EA6722C3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603FDC27-4AC0-41B4-5E3E-BD2C7C1040D6}"/>
  </a:extLst>
</a:theme>
</file>